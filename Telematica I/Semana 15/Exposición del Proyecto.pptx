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8" r:id="rId2"/>
    <p:sldId id="263" r:id="rId3"/>
    <p:sldId id="260" r:id="rId4"/>
    <p:sldId id="261" r:id="rId5"/>
    <p:sldId id="264" r:id="rId6"/>
    <p:sldId id="265" r:id="rId7"/>
    <p:sldId id="266" r:id="rId8"/>
    <p:sldId id="267" r:id="rId9"/>
  </p:sldIdLst>
  <p:sldSz cx="12193588" cy="6858000"/>
  <p:notesSz cx="6858000" cy="9144000"/>
  <p:defaultTextStyle>
    <a:defPPr>
      <a:defRPr lang="es-ES"/>
    </a:defPPr>
    <a:lvl1pPr marL="0" algn="l" defTabSz="562198" rtl="0" eaLnBrk="1" latinLnBrk="0" hangingPunct="1">
      <a:defRPr sz="2266" kern="1200">
        <a:solidFill>
          <a:schemeClr val="tx1"/>
        </a:solidFill>
        <a:latin typeface="+mn-lt"/>
        <a:ea typeface="+mn-ea"/>
        <a:cs typeface="+mn-cs"/>
      </a:defRPr>
    </a:lvl1pPr>
    <a:lvl2pPr marL="562198" algn="l" defTabSz="562198" rtl="0" eaLnBrk="1" latinLnBrk="0" hangingPunct="1">
      <a:defRPr sz="2266" kern="1200">
        <a:solidFill>
          <a:schemeClr val="tx1"/>
        </a:solidFill>
        <a:latin typeface="+mn-lt"/>
        <a:ea typeface="+mn-ea"/>
        <a:cs typeface="+mn-cs"/>
      </a:defRPr>
    </a:lvl2pPr>
    <a:lvl3pPr marL="1124395" algn="l" defTabSz="562198" rtl="0" eaLnBrk="1" latinLnBrk="0" hangingPunct="1">
      <a:defRPr sz="2266" kern="1200">
        <a:solidFill>
          <a:schemeClr val="tx1"/>
        </a:solidFill>
        <a:latin typeface="+mn-lt"/>
        <a:ea typeface="+mn-ea"/>
        <a:cs typeface="+mn-cs"/>
      </a:defRPr>
    </a:lvl3pPr>
    <a:lvl4pPr marL="1686592" algn="l" defTabSz="562198" rtl="0" eaLnBrk="1" latinLnBrk="0" hangingPunct="1">
      <a:defRPr sz="2266" kern="1200">
        <a:solidFill>
          <a:schemeClr val="tx1"/>
        </a:solidFill>
        <a:latin typeface="+mn-lt"/>
        <a:ea typeface="+mn-ea"/>
        <a:cs typeface="+mn-cs"/>
      </a:defRPr>
    </a:lvl4pPr>
    <a:lvl5pPr marL="2248788" algn="l" defTabSz="562198" rtl="0" eaLnBrk="1" latinLnBrk="0" hangingPunct="1">
      <a:defRPr sz="2266" kern="1200">
        <a:solidFill>
          <a:schemeClr val="tx1"/>
        </a:solidFill>
        <a:latin typeface="+mn-lt"/>
        <a:ea typeface="+mn-ea"/>
        <a:cs typeface="+mn-cs"/>
      </a:defRPr>
    </a:lvl5pPr>
    <a:lvl6pPr marL="2810986" algn="l" defTabSz="562198" rtl="0" eaLnBrk="1" latinLnBrk="0" hangingPunct="1">
      <a:defRPr sz="2266" kern="1200">
        <a:solidFill>
          <a:schemeClr val="tx1"/>
        </a:solidFill>
        <a:latin typeface="+mn-lt"/>
        <a:ea typeface="+mn-ea"/>
        <a:cs typeface="+mn-cs"/>
      </a:defRPr>
    </a:lvl6pPr>
    <a:lvl7pPr marL="3373183" algn="l" defTabSz="562198" rtl="0" eaLnBrk="1" latinLnBrk="0" hangingPunct="1">
      <a:defRPr sz="2266" kern="1200">
        <a:solidFill>
          <a:schemeClr val="tx1"/>
        </a:solidFill>
        <a:latin typeface="+mn-lt"/>
        <a:ea typeface="+mn-ea"/>
        <a:cs typeface="+mn-cs"/>
      </a:defRPr>
    </a:lvl7pPr>
    <a:lvl8pPr marL="3935381" algn="l" defTabSz="562198" rtl="0" eaLnBrk="1" latinLnBrk="0" hangingPunct="1">
      <a:defRPr sz="2266" kern="1200">
        <a:solidFill>
          <a:schemeClr val="tx1"/>
        </a:solidFill>
        <a:latin typeface="+mn-lt"/>
        <a:ea typeface="+mn-ea"/>
        <a:cs typeface="+mn-cs"/>
      </a:defRPr>
    </a:lvl8pPr>
    <a:lvl9pPr marL="4497579" algn="l" defTabSz="562198" rtl="0" eaLnBrk="1" latinLnBrk="0" hangingPunct="1">
      <a:defRPr sz="226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8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B2AA"/>
    <a:srgbClr val="162E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26"/>
    <p:restoredTop sz="94666"/>
  </p:normalViewPr>
  <p:slideViewPr>
    <p:cSldViewPr snapToGrid="0" snapToObjects="1">
      <p:cViewPr varScale="1">
        <p:scale>
          <a:sx n="97" d="100"/>
          <a:sy n="97" d="100"/>
        </p:scale>
        <p:origin x="1200" y="306"/>
      </p:cViewPr>
      <p:guideLst>
        <p:guide orient="horz" pos="2161"/>
        <p:guide pos="384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40448D-1E95-496E-8433-DCD23C983977}" type="datetimeFigureOut">
              <a:rPr lang="es-MX" smtClean="0"/>
              <a:t>10/11/2025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869E27-E287-46C3-8DD3-A8CB60CA759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95667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69E27-E287-46C3-8DD3-A8CB60CA7590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77955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DB08DA41-61FB-244B-A279-91BD97CDB0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94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69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51D69CAD-EBB2-5A42-989F-E9AE1EEBA9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33" y="0"/>
            <a:ext cx="12180722" cy="685800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19BFE3CA-17F0-3E42-92B0-C63C49C9495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261" y="1388"/>
            <a:ext cx="12187066" cy="685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42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211" y="4406902"/>
            <a:ext cx="10364550" cy="1362075"/>
          </a:xfrm>
          <a:prstGeom prst="rect">
            <a:avLst/>
          </a:prstGeom>
        </p:spPr>
        <p:txBody>
          <a:bodyPr anchor="t"/>
          <a:lstStyle>
            <a:lvl1pPr algn="l">
              <a:defRPr sz="4819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211" y="2906715"/>
            <a:ext cx="1036455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344">
                <a:solidFill>
                  <a:schemeClr val="tx1">
                    <a:tint val="75000"/>
                  </a:schemeClr>
                </a:solidFill>
              </a:defRPr>
            </a:lvl1pPr>
            <a:lvl2pPr marL="549164" indent="0">
              <a:buNone/>
              <a:defRPr sz="2214">
                <a:solidFill>
                  <a:schemeClr val="tx1">
                    <a:tint val="75000"/>
                  </a:schemeClr>
                </a:solidFill>
              </a:defRPr>
            </a:lvl2pPr>
            <a:lvl3pPr marL="1098327" indent="0">
              <a:buNone/>
              <a:defRPr sz="1954">
                <a:solidFill>
                  <a:schemeClr val="tx1">
                    <a:tint val="75000"/>
                  </a:schemeClr>
                </a:solidFill>
              </a:defRPr>
            </a:lvl3pPr>
            <a:lvl4pPr marL="1647491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4pPr>
            <a:lvl5pPr marL="2196653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5pPr>
            <a:lvl6pPr marL="2745817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6pPr>
            <a:lvl7pPr marL="3294981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7pPr>
            <a:lvl8pPr marL="3844144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8pPr>
            <a:lvl9pPr marL="4393308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92E13E6D-85F5-0941-AD3B-DE6BB31EB06E}" type="datetimeFigureOut">
              <a:rPr lang="es-ES" smtClean="0"/>
              <a:t>10/11/2025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09E8914F-B8EF-0744-802A-5B8F87E583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3192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81" y="274638"/>
            <a:ext cx="10974230" cy="1143000"/>
          </a:xfrm>
          <a:prstGeom prst="rect">
            <a:avLst/>
          </a:prstGeo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79" y="1600200"/>
            <a:ext cx="5385501" cy="4525963"/>
          </a:xfrm>
          <a:prstGeom prst="rect">
            <a:avLst/>
          </a:prstGeom>
        </p:spPr>
        <p:txBody>
          <a:bodyPr/>
          <a:lstStyle>
            <a:lvl1pPr>
              <a:defRPr sz="3387"/>
            </a:lvl1pPr>
            <a:lvl2pPr>
              <a:defRPr sz="2865"/>
            </a:lvl2pPr>
            <a:lvl3pPr>
              <a:defRPr sz="2344"/>
            </a:lvl3pPr>
            <a:lvl4pPr>
              <a:defRPr sz="2214"/>
            </a:lvl4pPr>
            <a:lvl5pPr>
              <a:defRPr sz="2214"/>
            </a:lvl5pPr>
            <a:lvl6pPr>
              <a:defRPr sz="2214"/>
            </a:lvl6pPr>
            <a:lvl7pPr>
              <a:defRPr sz="2214"/>
            </a:lvl7pPr>
            <a:lvl8pPr>
              <a:defRPr sz="2214"/>
            </a:lvl8pPr>
            <a:lvl9pPr>
              <a:defRPr sz="2214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8409" y="1600200"/>
            <a:ext cx="5385501" cy="4525963"/>
          </a:xfrm>
          <a:prstGeom prst="rect">
            <a:avLst/>
          </a:prstGeom>
        </p:spPr>
        <p:txBody>
          <a:bodyPr/>
          <a:lstStyle>
            <a:lvl1pPr>
              <a:defRPr sz="3387"/>
            </a:lvl1pPr>
            <a:lvl2pPr>
              <a:defRPr sz="2865"/>
            </a:lvl2pPr>
            <a:lvl3pPr>
              <a:defRPr sz="2344"/>
            </a:lvl3pPr>
            <a:lvl4pPr>
              <a:defRPr sz="2214"/>
            </a:lvl4pPr>
            <a:lvl5pPr>
              <a:defRPr sz="2214"/>
            </a:lvl5pPr>
            <a:lvl6pPr>
              <a:defRPr sz="2214"/>
            </a:lvl6pPr>
            <a:lvl7pPr>
              <a:defRPr sz="2214"/>
            </a:lvl7pPr>
            <a:lvl8pPr>
              <a:defRPr sz="2214"/>
            </a:lvl8pPr>
            <a:lvl9pPr>
              <a:defRPr sz="2214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92E13E6D-85F5-0941-AD3B-DE6BB31EB06E}" type="datetimeFigureOut">
              <a:rPr lang="es-ES" smtClean="0"/>
              <a:t>10/11/2025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09E8914F-B8EF-0744-802A-5B8F87E583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33460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81" y="274638"/>
            <a:ext cx="1097423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79" y="1535113"/>
            <a:ext cx="5387619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865" b="1"/>
            </a:lvl1pPr>
            <a:lvl2pPr marL="549164" indent="0">
              <a:buNone/>
              <a:defRPr sz="2344" b="1"/>
            </a:lvl2pPr>
            <a:lvl3pPr marL="1098327" indent="0">
              <a:buNone/>
              <a:defRPr sz="2214" b="1"/>
            </a:lvl3pPr>
            <a:lvl4pPr marL="1647491" indent="0">
              <a:buNone/>
              <a:defRPr sz="1954" b="1"/>
            </a:lvl4pPr>
            <a:lvl5pPr marL="2196653" indent="0">
              <a:buNone/>
              <a:defRPr sz="1954" b="1"/>
            </a:lvl5pPr>
            <a:lvl6pPr marL="2745817" indent="0">
              <a:buNone/>
              <a:defRPr sz="1954" b="1"/>
            </a:lvl6pPr>
            <a:lvl7pPr marL="3294981" indent="0">
              <a:buNone/>
              <a:defRPr sz="1954" b="1"/>
            </a:lvl7pPr>
            <a:lvl8pPr marL="3844144" indent="0">
              <a:buNone/>
              <a:defRPr sz="1954" b="1"/>
            </a:lvl8pPr>
            <a:lvl9pPr marL="4393308" indent="0">
              <a:buNone/>
              <a:defRPr sz="1954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79" y="2174876"/>
            <a:ext cx="5387619" cy="3951288"/>
          </a:xfrm>
          <a:prstGeom prst="rect">
            <a:avLst/>
          </a:prstGeom>
        </p:spPr>
        <p:txBody>
          <a:bodyPr/>
          <a:lstStyle>
            <a:lvl1pPr>
              <a:defRPr sz="2865"/>
            </a:lvl1pPr>
            <a:lvl2pPr>
              <a:defRPr sz="2344"/>
            </a:lvl2pPr>
            <a:lvl3pPr>
              <a:defRPr sz="2214"/>
            </a:lvl3pPr>
            <a:lvl4pPr>
              <a:defRPr sz="1954"/>
            </a:lvl4pPr>
            <a:lvl5pPr>
              <a:defRPr sz="1954"/>
            </a:lvl5pPr>
            <a:lvl6pPr>
              <a:defRPr sz="1954"/>
            </a:lvl6pPr>
            <a:lvl7pPr>
              <a:defRPr sz="1954"/>
            </a:lvl7pPr>
            <a:lvl8pPr>
              <a:defRPr sz="1954"/>
            </a:lvl8pPr>
            <a:lvl9pPr>
              <a:defRPr sz="1954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4176" y="1535113"/>
            <a:ext cx="5389735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865" b="1"/>
            </a:lvl1pPr>
            <a:lvl2pPr marL="549164" indent="0">
              <a:buNone/>
              <a:defRPr sz="2344" b="1"/>
            </a:lvl2pPr>
            <a:lvl3pPr marL="1098327" indent="0">
              <a:buNone/>
              <a:defRPr sz="2214" b="1"/>
            </a:lvl3pPr>
            <a:lvl4pPr marL="1647491" indent="0">
              <a:buNone/>
              <a:defRPr sz="1954" b="1"/>
            </a:lvl4pPr>
            <a:lvl5pPr marL="2196653" indent="0">
              <a:buNone/>
              <a:defRPr sz="1954" b="1"/>
            </a:lvl5pPr>
            <a:lvl6pPr marL="2745817" indent="0">
              <a:buNone/>
              <a:defRPr sz="1954" b="1"/>
            </a:lvl6pPr>
            <a:lvl7pPr marL="3294981" indent="0">
              <a:buNone/>
              <a:defRPr sz="1954" b="1"/>
            </a:lvl7pPr>
            <a:lvl8pPr marL="3844144" indent="0">
              <a:buNone/>
              <a:defRPr sz="1954" b="1"/>
            </a:lvl8pPr>
            <a:lvl9pPr marL="4393308" indent="0">
              <a:buNone/>
              <a:defRPr sz="1954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4176" y="2174876"/>
            <a:ext cx="5389735" cy="3951288"/>
          </a:xfrm>
          <a:prstGeom prst="rect">
            <a:avLst/>
          </a:prstGeom>
        </p:spPr>
        <p:txBody>
          <a:bodyPr/>
          <a:lstStyle>
            <a:lvl1pPr>
              <a:defRPr sz="2865"/>
            </a:lvl1pPr>
            <a:lvl2pPr>
              <a:defRPr sz="2344"/>
            </a:lvl2pPr>
            <a:lvl3pPr>
              <a:defRPr sz="2214"/>
            </a:lvl3pPr>
            <a:lvl4pPr>
              <a:defRPr sz="1954"/>
            </a:lvl4pPr>
            <a:lvl5pPr>
              <a:defRPr sz="1954"/>
            </a:lvl5pPr>
            <a:lvl6pPr>
              <a:defRPr sz="1954"/>
            </a:lvl6pPr>
            <a:lvl7pPr>
              <a:defRPr sz="1954"/>
            </a:lvl7pPr>
            <a:lvl8pPr>
              <a:defRPr sz="1954"/>
            </a:lvl8pPr>
            <a:lvl9pPr>
              <a:defRPr sz="1954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92E13E6D-85F5-0941-AD3B-DE6BB31EB06E}" type="datetimeFigureOut">
              <a:rPr lang="es-ES" smtClean="0"/>
              <a:t>10/11/2025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09E8914F-B8EF-0744-802A-5B8F87E583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47240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81" y="274638"/>
            <a:ext cx="10974230" cy="1143000"/>
          </a:xfrm>
          <a:prstGeom prst="rect">
            <a:avLst/>
          </a:prstGeo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92E13E6D-85F5-0941-AD3B-DE6BB31EB06E}" type="datetimeFigureOut">
              <a:rPr lang="es-ES" smtClean="0"/>
              <a:t>10/11/2025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09E8914F-B8EF-0744-802A-5B8F87E583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4005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92E13E6D-85F5-0941-AD3B-DE6BB31EB06E}" type="datetimeFigureOut">
              <a:rPr lang="es-ES" smtClean="0"/>
              <a:t>10/11/2025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09E8914F-B8EF-0744-802A-5B8F87E583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92366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82" y="273051"/>
            <a:ext cx="4011605" cy="1162049"/>
          </a:xfrm>
          <a:prstGeom prst="rect">
            <a:avLst/>
          </a:prstGeom>
        </p:spPr>
        <p:txBody>
          <a:bodyPr anchor="b"/>
          <a:lstStyle>
            <a:lvl1pPr algn="l">
              <a:defRPr sz="2344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767355" y="273051"/>
            <a:ext cx="6816554" cy="5853113"/>
          </a:xfrm>
          <a:prstGeom prst="rect">
            <a:avLst/>
          </a:prstGeom>
        </p:spPr>
        <p:txBody>
          <a:bodyPr/>
          <a:lstStyle>
            <a:lvl1pPr>
              <a:defRPr sz="3907"/>
            </a:lvl1pPr>
            <a:lvl2pPr>
              <a:defRPr sz="3387"/>
            </a:lvl2pPr>
            <a:lvl3pPr>
              <a:defRPr sz="2865"/>
            </a:lvl3pPr>
            <a:lvl4pPr>
              <a:defRPr sz="2344"/>
            </a:lvl4pPr>
            <a:lvl5pPr>
              <a:defRPr sz="2344"/>
            </a:lvl5pPr>
            <a:lvl6pPr>
              <a:defRPr sz="2344"/>
            </a:lvl6pPr>
            <a:lvl7pPr>
              <a:defRPr sz="2344"/>
            </a:lvl7pPr>
            <a:lvl8pPr>
              <a:defRPr sz="2344"/>
            </a:lvl8pPr>
            <a:lvl9pPr>
              <a:defRPr sz="2344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09682" y="1435102"/>
            <a:ext cx="4011605" cy="46910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93"/>
            </a:lvl1pPr>
            <a:lvl2pPr marL="549164" indent="0">
              <a:buNone/>
              <a:defRPr sz="1433"/>
            </a:lvl2pPr>
            <a:lvl3pPr marL="1098327" indent="0">
              <a:buNone/>
              <a:defRPr sz="1172"/>
            </a:lvl3pPr>
            <a:lvl4pPr marL="1647491" indent="0">
              <a:buNone/>
              <a:defRPr sz="1042"/>
            </a:lvl4pPr>
            <a:lvl5pPr marL="2196653" indent="0">
              <a:buNone/>
              <a:defRPr sz="1042"/>
            </a:lvl5pPr>
            <a:lvl6pPr marL="2745817" indent="0">
              <a:buNone/>
              <a:defRPr sz="1042"/>
            </a:lvl6pPr>
            <a:lvl7pPr marL="3294981" indent="0">
              <a:buNone/>
              <a:defRPr sz="1042"/>
            </a:lvl7pPr>
            <a:lvl8pPr marL="3844144" indent="0">
              <a:buNone/>
              <a:defRPr sz="1042"/>
            </a:lvl8pPr>
            <a:lvl9pPr marL="4393308" indent="0">
              <a:buNone/>
              <a:defRPr sz="1042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92E13E6D-85F5-0941-AD3B-DE6BB31EB06E}" type="datetimeFigureOut">
              <a:rPr lang="es-ES" smtClean="0"/>
              <a:t>10/11/2025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09E8914F-B8EF-0744-802A-5B8F87E583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740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90029" y="4800599"/>
            <a:ext cx="7316153" cy="566739"/>
          </a:xfrm>
          <a:prstGeom prst="rect">
            <a:avLst/>
          </a:prstGeom>
        </p:spPr>
        <p:txBody>
          <a:bodyPr anchor="b"/>
          <a:lstStyle>
            <a:lvl1pPr algn="l">
              <a:defRPr sz="2344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90029" y="612777"/>
            <a:ext cx="7316153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907"/>
            </a:lvl1pPr>
            <a:lvl2pPr marL="549164" indent="0">
              <a:buNone/>
              <a:defRPr sz="3387"/>
            </a:lvl2pPr>
            <a:lvl3pPr marL="1098327" indent="0">
              <a:buNone/>
              <a:defRPr sz="2865"/>
            </a:lvl3pPr>
            <a:lvl4pPr marL="1647491" indent="0">
              <a:buNone/>
              <a:defRPr sz="2344"/>
            </a:lvl4pPr>
            <a:lvl5pPr marL="2196653" indent="0">
              <a:buNone/>
              <a:defRPr sz="2344"/>
            </a:lvl5pPr>
            <a:lvl6pPr marL="2745817" indent="0">
              <a:buNone/>
              <a:defRPr sz="2344"/>
            </a:lvl6pPr>
            <a:lvl7pPr marL="3294981" indent="0">
              <a:buNone/>
              <a:defRPr sz="2344"/>
            </a:lvl7pPr>
            <a:lvl8pPr marL="3844144" indent="0">
              <a:buNone/>
              <a:defRPr sz="2344"/>
            </a:lvl8pPr>
            <a:lvl9pPr marL="4393308" indent="0">
              <a:buNone/>
              <a:defRPr sz="2344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90029" y="5367339"/>
            <a:ext cx="7316153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93"/>
            </a:lvl1pPr>
            <a:lvl2pPr marL="549164" indent="0">
              <a:buNone/>
              <a:defRPr sz="1433"/>
            </a:lvl2pPr>
            <a:lvl3pPr marL="1098327" indent="0">
              <a:buNone/>
              <a:defRPr sz="1172"/>
            </a:lvl3pPr>
            <a:lvl4pPr marL="1647491" indent="0">
              <a:buNone/>
              <a:defRPr sz="1042"/>
            </a:lvl4pPr>
            <a:lvl5pPr marL="2196653" indent="0">
              <a:buNone/>
              <a:defRPr sz="1042"/>
            </a:lvl5pPr>
            <a:lvl6pPr marL="2745817" indent="0">
              <a:buNone/>
              <a:defRPr sz="1042"/>
            </a:lvl6pPr>
            <a:lvl7pPr marL="3294981" indent="0">
              <a:buNone/>
              <a:defRPr sz="1042"/>
            </a:lvl7pPr>
            <a:lvl8pPr marL="3844144" indent="0">
              <a:buNone/>
              <a:defRPr sz="1042"/>
            </a:lvl8pPr>
            <a:lvl9pPr marL="4393308" indent="0">
              <a:buNone/>
              <a:defRPr sz="1042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92E13E6D-85F5-0941-AD3B-DE6BB31EB06E}" type="datetimeFigureOut">
              <a:rPr lang="es-ES" smtClean="0"/>
              <a:t>10/11/2025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09E8914F-B8EF-0744-802A-5B8F87E583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3969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81" y="274638"/>
            <a:ext cx="10974230" cy="1143000"/>
          </a:xfrm>
          <a:prstGeom prst="rect">
            <a:avLst/>
          </a:prstGeo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09681" y="1600200"/>
            <a:ext cx="1097423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92E13E6D-85F5-0941-AD3B-DE6BB31EB06E}" type="datetimeFigureOut">
              <a:rPr lang="es-ES" smtClean="0"/>
              <a:t>10/11/2025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09E8914F-B8EF-0744-802A-5B8F87E583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67271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40352" y="274638"/>
            <a:ext cx="2743557" cy="5851525"/>
          </a:xfrm>
          <a:prstGeom prst="rect">
            <a:avLst/>
          </a:prstGeo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09680" y="274638"/>
            <a:ext cx="8027446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92E13E6D-85F5-0941-AD3B-DE6BB31EB06E}" type="datetimeFigureOut">
              <a:rPr lang="es-ES" smtClean="0"/>
              <a:t>10/11/2025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09E8914F-B8EF-0744-802A-5B8F87E583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1201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FE719049-0792-3C47-8B7F-6A2B8796E369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261" y="0"/>
            <a:ext cx="12187066" cy="68580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83BDCB3-BDA9-9F48-A911-03AD84A91034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rcRect/>
          <a:stretch/>
        </p:blipFill>
        <p:spPr>
          <a:xfrm>
            <a:off x="6433" y="3172"/>
            <a:ext cx="12180722" cy="6851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764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549164" rtl="0" eaLnBrk="1" latinLnBrk="0" hangingPunct="1">
        <a:spcBef>
          <a:spcPct val="0"/>
        </a:spcBef>
        <a:buNone/>
        <a:defRPr sz="53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1872" indent="-411872" algn="l" defTabSz="549164" rtl="0" eaLnBrk="1" latinLnBrk="0" hangingPunct="1">
        <a:spcBef>
          <a:spcPct val="20000"/>
        </a:spcBef>
        <a:buFont typeface="Arial"/>
        <a:buChar char="•"/>
        <a:defRPr sz="3907" kern="1200">
          <a:solidFill>
            <a:schemeClr val="tx1"/>
          </a:solidFill>
          <a:latin typeface="+mn-lt"/>
          <a:ea typeface="+mn-ea"/>
          <a:cs typeface="+mn-cs"/>
        </a:defRPr>
      </a:lvl1pPr>
      <a:lvl2pPr marL="892390" indent="-343228" algn="l" defTabSz="549164" rtl="0" eaLnBrk="1" latinLnBrk="0" hangingPunct="1">
        <a:spcBef>
          <a:spcPct val="20000"/>
        </a:spcBef>
        <a:buFont typeface="Arial"/>
        <a:buChar char="–"/>
        <a:defRPr sz="3387" kern="1200">
          <a:solidFill>
            <a:schemeClr val="tx1"/>
          </a:solidFill>
          <a:latin typeface="+mn-lt"/>
          <a:ea typeface="+mn-ea"/>
          <a:cs typeface="+mn-cs"/>
        </a:defRPr>
      </a:lvl2pPr>
      <a:lvl3pPr marL="1372909" indent="-274582" algn="l" defTabSz="549164" rtl="0" eaLnBrk="1" latinLnBrk="0" hangingPunct="1">
        <a:spcBef>
          <a:spcPct val="20000"/>
        </a:spcBef>
        <a:buFont typeface="Arial"/>
        <a:buChar char="•"/>
        <a:defRPr sz="2865" kern="1200">
          <a:solidFill>
            <a:schemeClr val="tx1"/>
          </a:solidFill>
          <a:latin typeface="+mn-lt"/>
          <a:ea typeface="+mn-ea"/>
          <a:cs typeface="+mn-cs"/>
        </a:defRPr>
      </a:lvl3pPr>
      <a:lvl4pPr marL="1922071" indent="-274582" algn="l" defTabSz="549164" rtl="0" eaLnBrk="1" latinLnBrk="0" hangingPunct="1">
        <a:spcBef>
          <a:spcPct val="20000"/>
        </a:spcBef>
        <a:buFont typeface="Arial"/>
        <a:buChar char="–"/>
        <a:defRPr sz="2344" kern="1200">
          <a:solidFill>
            <a:schemeClr val="tx1"/>
          </a:solidFill>
          <a:latin typeface="+mn-lt"/>
          <a:ea typeface="+mn-ea"/>
          <a:cs typeface="+mn-cs"/>
        </a:defRPr>
      </a:lvl4pPr>
      <a:lvl5pPr marL="2471236" indent="-274582" algn="l" defTabSz="549164" rtl="0" eaLnBrk="1" latinLnBrk="0" hangingPunct="1">
        <a:spcBef>
          <a:spcPct val="20000"/>
        </a:spcBef>
        <a:buFont typeface="Arial"/>
        <a:buChar char="»"/>
        <a:defRPr sz="2344" kern="1200">
          <a:solidFill>
            <a:schemeClr val="tx1"/>
          </a:solidFill>
          <a:latin typeface="+mn-lt"/>
          <a:ea typeface="+mn-ea"/>
          <a:cs typeface="+mn-cs"/>
        </a:defRPr>
      </a:lvl5pPr>
      <a:lvl6pPr marL="3020399" indent="-274582" algn="l" defTabSz="549164" rtl="0" eaLnBrk="1" latinLnBrk="0" hangingPunct="1">
        <a:spcBef>
          <a:spcPct val="20000"/>
        </a:spcBef>
        <a:buFont typeface="Arial"/>
        <a:buChar char="•"/>
        <a:defRPr sz="2344" kern="1200">
          <a:solidFill>
            <a:schemeClr val="tx1"/>
          </a:solidFill>
          <a:latin typeface="+mn-lt"/>
          <a:ea typeface="+mn-ea"/>
          <a:cs typeface="+mn-cs"/>
        </a:defRPr>
      </a:lvl6pPr>
      <a:lvl7pPr marL="3569563" indent="-274582" algn="l" defTabSz="549164" rtl="0" eaLnBrk="1" latinLnBrk="0" hangingPunct="1">
        <a:spcBef>
          <a:spcPct val="20000"/>
        </a:spcBef>
        <a:buFont typeface="Arial"/>
        <a:buChar char="•"/>
        <a:defRPr sz="2344" kern="1200">
          <a:solidFill>
            <a:schemeClr val="tx1"/>
          </a:solidFill>
          <a:latin typeface="+mn-lt"/>
          <a:ea typeface="+mn-ea"/>
          <a:cs typeface="+mn-cs"/>
        </a:defRPr>
      </a:lvl7pPr>
      <a:lvl8pPr marL="4118726" indent="-274582" algn="l" defTabSz="549164" rtl="0" eaLnBrk="1" latinLnBrk="0" hangingPunct="1">
        <a:spcBef>
          <a:spcPct val="20000"/>
        </a:spcBef>
        <a:buFont typeface="Arial"/>
        <a:buChar char="•"/>
        <a:defRPr sz="2344" kern="1200">
          <a:solidFill>
            <a:schemeClr val="tx1"/>
          </a:solidFill>
          <a:latin typeface="+mn-lt"/>
          <a:ea typeface="+mn-ea"/>
          <a:cs typeface="+mn-cs"/>
        </a:defRPr>
      </a:lvl8pPr>
      <a:lvl9pPr marL="4667890" indent="-274582" algn="l" defTabSz="549164" rtl="0" eaLnBrk="1" latinLnBrk="0" hangingPunct="1">
        <a:spcBef>
          <a:spcPct val="20000"/>
        </a:spcBef>
        <a:buFont typeface="Arial"/>
        <a:buChar char="•"/>
        <a:defRPr sz="234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549164" rtl="0" eaLnBrk="1" latinLnBrk="0" hangingPunct="1">
        <a:defRPr sz="2214" kern="1200">
          <a:solidFill>
            <a:schemeClr val="tx1"/>
          </a:solidFill>
          <a:latin typeface="+mn-lt"/>
          <a:ea typeface="+mn-ea"/>
          <a:cs typeface="+mn-cs"/>
        </a:defRPr>
      </a:lvl1pPr>
      <a:lvl2pPr marL="549164" algn="l" defTabSz="549164" rtl="0" eaLnBrk="1" latinLnBrk="0" hangingPunct="1">
        <a:defRPr sz="2214" kern="1200">
          <a:solidFill>
            <a:schemeClr val="tx1"/>
          </a:solidFill>
          <a:latin typeface="+mn-lt"/>
          <a:ea typeface="+mn-ea"/>
          <a:cs typeface="+mn-cs"/>
        </a:defRPr>
      </a:lvl2pPr>
      <a:lvl3pPr marL="1098327" algn="l" defTabSz="549164" rtl="0" eaLnBrk="1" latinLnBrk="0" hangingPunct="1">
        <a:defRPr sz="2214" kern="1200">
          <a:solidFill>
            <a:schemeClr val="tx1"/>
          </a:solidFill>
          <a:latin typeface="+mn-lt"/>
          <a:ea typeface="+mn-ea"/>
          <a:cs typeface="+mn-cs"/>
        </a:defRPr>
      </a:lvl3pPr>
      <a:lvl4pPr marL="1647491" algn="l" defTabSz="549164" rtl="0" eaLnBrk="1" latinLnBrk="0" hangingPunct="1">
        <a:defRPr sz="2214" kern="1200">
          <a:solidFill>
            <a:schemeClr val="tx1"/>
          </a:solidFill>
          <a:latin typeface="+mn-lt"/>
          <a:ea typeface="+mn-ea"/>
          <a:cs typeface="+mn-cs"/>
        </a:defRPr>
      </a:lvl4pPr>
      <a:lvl5pPr marL="2196653" algn="l" defTabSz="549164" rtl="0" eaLnBrk="1" latinLnBrk="0" hangingPunct="1">
        <a:defRPr sz="2214" kern="1200">
          <a:solidFill>
            <a:schemeClr val="tx1"/>
          </a:solidFill>
          <a:latin typeface="+mn-lt"/>
          <a:ea typeface="+mn-ea"/>
          <a:cs typeface="+mn-cs"/>
        </a:defRPr>
      </a:lvl5pPr>
      <a:lvl6pPr marL="2745817" algn="l" defTabSz="549164" rtl="0" eaLnBrk="1" latinLnBrk="0" hangingPunct="1">
        <a:defRPr sz="2214" kern="1200">
          <a:solidFill>
            <a:schemeClr val="tx1"/>
          </a:solidFill>
          <a:latin typeface="+mn-lt"/>
          <a:ea typeface="+mn-ea"/>
          <a:cs typeface="+mn-cs"/>
        </a:defRPr>
      </a:lvl6pPr>
      <a:lvl7pPr marL="3294981" algn="l" defTabSz="549164" rtl="0" eaLnBrk="1" latinLnBrk="0" hangingPunct="1">
        <a:defRPr sz="2214" kern="1200">
          <a:solidFill>
            <a:schemeClr val="tx1"/>
          </a:solidFill>
          <a:latin typeface="+mn-lt"/>
          <a:ea typeface="+mn-ea"/>
          <a:cs typeface="+mn-cs"/>
        </a:defRPr>
      </a:lvl7pPr>
      <a:lvl8pPr marL="3844144" algn="l" defTabSz="549164" rtl="0" eaLnBrk="1" latinLnBrk="0" hangingPunct="1">
        <a:defRPr sz="2214" kern="1200">
          <a:solidFill>
            <a:schemeClr val="tx1"/>
          </a:solidFill>
          <a:latin typeface="+mn-lt"/>
          <a:ea typeface="+mn-ea"/>
          <a:cs typeface="+mn-cs"/>
        </a:defRPr>
      </a:lvl8pPr>
      <a:lvl9pPr marL="4393308" algn="l" defTabSz="549164" rtl="0" eaLnBrk="1" latinLnBrk="0" hangingPunct="1">
        <a:defRPr sz="221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isco.com/" TargetMode="External"/><Relationship Id="rId2" Type="http://schemas.openxmlformats.org/officeDocument/2006/relationships/hyperlink" Target="https://www.cisco.com/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netacad.com/courses/packet-trac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DD31051-0DE2-8009-F0EC-B0A66F5EF545}"/>
              </a:ext>
            </a:extLst>
          </p:cNvPr>
          <p:cNvSpPr txBox="1"/>
          <p:nvPr/>
        </p:nvSpPr>
        <p:spPr>
          <a:xfrm>
            <a:off x="170591" y="2386291"/>
            <a:ext cx="4755370" cy="2657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dirty="0">
                <a:solidFill>
                  <a:schemeClr val="bg1"/>
                </a:solidFill>
              </a:rPr>
              <a:t>Proyecto final - GameTech</a:t>
            </a:r>
          </a:p>
          <a:p>
            <a:pPr algn="ctr"/>
            <a:endParaRPr lang="es-CO" sz="2400" dirty="0">
              <a:solidFill>
                <a:schemeClr val="bg1"/>
              </a:solidFill>
            </a:endParaRPr>
          </a:p>
          <a:p>
            <a:pPr algn="ctr"/>
            <a:br>
              <a:rPr lang="es-CO" sz="2400" dirty="0">
                <a:solidFill>
                  <a:schemeClr val="bg1"/>
                </a:solidFill>
              </a:rPr>
            </a:br>
            <a:r>
              <a:rPr lang="es-CO" sz="2400" dirty="0">
                <a:solidFill>
                  <a:schemeClr val="bg1"/>
                </a:solidFill>
              </a:rPr>
              <a:t>Harold Camilo Barrera Giraldo</a:t>
            </a:r>
          </a:p>
          <a:p>
            <a:pPr algn="ctr"/>
            <a:r>
              <a:rPr lang="es-CO" sz="2400" dirty="0">
                <a:solidFill>
                  <a:schemeClr val="bg1"/>
                </a:solidFill>
              </a:rPr>
              <a:t>Brayan Smith Bedoya Montealegre</a:t>
            </a:r>
          </a:p>
          <a:p>
            <a:pPr algn="ctr"/>
            <a:r>
              <a:rPr lang="es-CO" sz="2400" dirty="0">
                <a:solidFill>
                  <a:schemeClr val="bg1"/>
                </a:solidFill>
              </a:rPr>
              <a:t>Jhon Sebastián Molina Fierro</a:t>
            </a:r>
            <a:br>
              <a:rPr lang="es-CO" dirty="0">
                <a:solidFill>
                  <a:schemeClr val="bg1"/>
                </a:solidFill>
              </a:rPr>
            </a:br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66DE8ED-BB2F-C91B-F9DC-3796119EA7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198" y="618149"/>
            <a:ext cx="1650155" cy="165015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32" name="Picture 8" descr="Redes Imágenes, Fotos y Fondos de pantalla para Descargar Gratis">
            <a:extLst>
              <a:ext uri="{FF2B5EF4-FFF2-40B4-BE49-F238E27FC236}">
                <a16:creationId xmlns:a16="http://schemas.microsoft.com/office/drawing/2014/main" id="{C3598E2A-54F1-4218-E375-0B36F4332A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8588" y="1662727"/>
            <a:ext cx="7054999" cy="3532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71811810-21E2-DE99-3828-ECFE36B3B73F}"/>
              </a:ext>
            </a:extLst>
          </p:cNvPr>
          <p:cNvSpPr/>
          <p:nvPr/>
        </p:nvSpPr>
        <p:spPr>
          <a:xfrm>
            <a:off x="5138589" y="0"/>
            <a:ext cx="7054999" cy="1650154"/>
          </a:xfrm>
          <a:prstGeom prst="rect">
            <a:avLst/>
          </a:prstGeom>
          <a:solidFill>
            <a:srgbClr val="162E4A"/>
          </a:solidFill>
          <a:ln>
            <a:solidFill>
              <a:srgbClr val="162E4A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2153272-2549-A2A8-901E-701E2C35D18A}"/>
              </a:ext>
            </a:extLst>
          </p:cNvPr>
          <p:cNvSpPr/>
          <p:nvPr/>
        </p:nvSpPr>
        <p:spPr>
          <a:xfrm>
            <a:off x="5138589" y="5195273"/>
            <a:ext cx="7054999" cy="1650154"/>
          </a:xfrm>
          <a:prstGeom prst="rect">
            <a:avLst/>
          </a:prstGeom>
          <a:solidFill>
            <a:srgbClr val="162E4A"/>
          </a:solidFill>
          <a:ln>
            <a:solidFill>
              <a:srgbClr val="162E4A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993484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60A66646-E30B-655B-B868-021F3123FD3A}"/>
              </a:ext>
            </a:extLst>
          </p:cNvPr>
          <p:cNvSpPr txBox="1"/>
          <p:nvPr/>
        </p:nvSpPr>
        <p:spPr>
          <a:xfrm>
            <a:off x="914401" y="1342423"/>
            <a:ext cx="10515600" cy="2881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En 13 años, </a:t>
            </a:r>
            <a:r>
              <a:rPr lang="es-MX" dirty="0" err="1"/>
              <a:t>GameTech</a:t>
            </a:r>
            <a:r>
              <a:rPr lang="es-MX" dirty="0"/>
              <a:t> </a:t>
            </a:r>
            <a:r>
              <a:rPr lang="es-MX" dirty="0" err="1"/>
              <a:t>Studios</a:t>
            </a:r>
            <a:r>
              <a:rPr lang="es-MX" dirty="0"/>
              <a:t> S.A.S. pasó de 5 programadores a 590 colaboradores en seis áreas clave, lo que evidenció las limitaciones de su red doméstica frente a las demandas actuales de tráfico y seguridad. El área de Infraestructura y Soporte TIC desarrolló una nueva red empresarial basada en la metodología Top-Down de Cisco y validada en Packet Tracer, que garantiza alta disponibilidad, acceso centralizado a servicios esenciales (DHCP, DNS, HTTP, FTP y SMTP) y una gestión eficiente mediante subnetting optimizado, asegurando escalabilidad y resiliencia para el futuro crecimiento de la compañía.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CE73C0E-DDD4-9341-62C9-3BEBCDAF58AC}"/>
              </a:ext>
            </a:extLst>
          </p:cNvPr>
          <p:cNvSpPr txBox="1"/>
          <p:nvPr/>
        </p:nvSpPr>
        <p:spPr>
          <a:xfrm>
            <a:off x="782458" y="503606"/>
            <a:ext cx="23265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sz="3200" b="1" dirty="0"/>
              <a:t>Introducción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E400C53-13AD-E763-C277-B99EC9CD7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3353" y="4224238"/>
            <a:ext cx="1650155" cy="165015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860473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17FD65F9-2F4A-B2DC-9160-840E0835C7DA}"/>
              </a:ext>
            </a:extLst>
          </p:cNvPr>
          <p:cNvSpPr txBox="1"/>
          <p:nvPr/>
        </p:nvSpPr>
        <p:spPr>
          <a:xfrm>
            <a:off x="1826536" y="3136612"/>
            <a:ext cx="18896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sz="3200" b="1" dirty="0"/>
              <a:t>Objetivos</a:t>
            </a:r>
          </a:p>
        </p:txBody>
      </p:sp>
      <p:pic>
        <p:nvPicPr>
          <p:cNvPr id="3075" name="Picture 3" descr="Redes: qué son, para qué sirven, tipos y elementos - Enciclopedia  Significados">
            <a:extLst>
              <a:ext uri="{FF2B5EF4-FFF2-40B4-BE49-F238E27FC236}">
                <a16:creationId xmlns:a16="http://schemas.microsoft.com/office/drawing/2014/main" id="{F5B63D49-307E-5581-9442-431D783F3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3120" y="1523010"/>
            <a:ext cx="3772272" cy="38119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2B04524B-250C-9E2A-0F6C-CF64585C964E}"/>
              </a:ext>
            </a:extLst>
          </p:cNvPr>
          <p:cNvSpPr txBox="1"/>
          <p:nvPr/>
        </p:nvSpPr>
        <p:spPr>
          <a:xfrm>
            <a:off x="668158" y="813942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sz="3200" b="1" dirty="0"/>
              <a:t>Análisis de la problemática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FED7F4A-53CF-159E-EEDE-DD05F858A4EF}"/>
              </a:ext>
            </a:extLst>
          </p:cNvPr>
          <p:cNvSpPr txBox="1"/>
          <p:nvPr/>
        </p:nvSpPr>
        <p:spPr>
          <a:xfrm>
            <a:off x="2877344" y="5459282"/>
            <a:ext cx="2714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sz="3200" b="1" dirty="0"/>
              <a:t>Diseño de red</a:t>
            </a:r>
          </a:p>
        </p:txBody>
      </p:sp>
      <p:sp>
        <p:nvSpPr>
          <p:cNvPr id="9" name="Flecha: hacia abajo 8">
            <a:extLst>
              <a:ext uri="{FF2B5EF4-FFF2-40B4-BE49-F238E27FC236}">
                <a16:creationId xmlns:a16="http://schemas.microsoft.com/office/drawing/2014/main" id="{2AD7DF81-64FA-D69E-B53E-C3C96F6E2B7C}"/>
              </a:ext>
            </a:extLst>
          </p:cNvPr>
          <p:cNvSpPr/>
          <p:nvPr/>
        </p:nvSpPr>
        <p:spPr>
          <a:xfrm>
            <a:off x="2085975" y="1638439"/>
            <a:ext cx="1123950" cy="1403062"/>
          </a:xfrm>
          <a:prstGeom prst="downArrow">
            <a:avLst/>
          </a:prstGeom>
          <a:solidFill>
            <a:srgbClr val="25B2AA"/>
          </a:solidFill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Flecha: hacia abajo 9">
            <a:extLst>
              <a:ext uri="{FF2B5EF4-FFF2-40B4-BE49-F238E27FC236}">
                <a16:creationId xmlns:a16="http://schemas.microsoft.com/office/drawing/2014/main" id="{68624ED4-D9D6-7DE6-44DA-3E6BBAF0B355}"/>
              </a:ext>
            </a:extLst>
          </p:cNvPr>
          <p:cNvSpPr/>
          <p:nvPr/>
        </p:nvSpPr>
        <p:spPr>
          <a:xfrm>
            <a:off x="2977356" y="3816499"/>
            <a:ext cx="1123950" cy="1403062"/>
          </a:xfrm>
          <a:prstGeom prst="downArrow">
            <a:avLst/>
          </a:prstGeom>
          <a:solidFill>
            <a:srgbClr val="25B2AA"/>
          </a:solidFill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46973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3668A65-8DF4-D15B-02D1-B519C03266D0}"/>
              </a:ext>
            </a:extLst>
          </p:cNvPr>
          <p:cNvSpPr txBox="1"/>
          <p:nvPr/>
        </p:nvSpPr>
        <p:spPr>
          <a:xfrm>
            <a:off x="782458" y="666166"/>
            <a:ext cx="18896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sz="3200" b="1" dirty="0"/>
              <a:t>Topología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949CC8E-CC5A-0C98-229B-8458100C1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458" y="1568557"/>
            <a:ext cx="7049996" cy="4165907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9204A514-CEDE-70C4-FB89-E39BA499A156}"/>
              </a:ext>
            </a:extLst>
          </p:cNvPr>
          <p:cNvSpPr txBox="1"/>
          <p:nvPr/>
        </p:nvSpPr>
        <p:spPr>
          <a:xfrm>
            <a:off x="8486775" y="1760691"/>
            <a:ext cx="1895475" cy="441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Segmentación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8910654-52F6-045B-D2CB-4195BC26ECEB}"/>
              </a:ext>
            </a:extLst>
          </p:cNvPr>
          <p:cNvSpPr txBox="1"/>
          <p:nvPr/>
        </p:nvSpPr>
        <p:spPr>
          <a:xfrm>
            <a:off x="8486775" y="2390775"/>
            <a:ext cx="2828925" cy="441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Servicios centralizados</a:t>
            </a:r>
            <a:endParaRPr lang="es-MX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1BDBABE-0148-181C-B31F-ABD4703D4826}"/>
              </a:ext>
            </a:extLst>
          </p:cNvPr>
          <p:cNvSpPr txBox="1"/>
          <p:nvPr/>
        </p:nvSpPr>
        <p:spPr>
          <a:xfrm>
            <a:off x="8486774" y="3020859"/>
            <a:ext cx="2828925" cy="441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División por grupos</a:t>
            </a:r>
            <a:endParaRPr lang="es-MX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49219B8-A635-2844-2DEF-4C15901C3E95}"/>
              </a:ext>
            </a:extLst>
          </p:cNvPr>
          <p:cNvSpPr txBox="1"/>
          <p:nvPr/>
        </p:nvSpPr>
        <p:spPr>
          <a:xfrm>
            <a:off x="8486773" y="3650943"/>
            <a:ext cx="2828925" cy="441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Escalabilidad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100657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0A048-BC73-EEB4-9439-974EC691A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2C3D2B9D-C3EB-6CD5-7E37-A8EEBE73B8E4}"/>
              </a:ext>
            </a:extLst>
          </p:cNvPr>
          <p:cNvSpPr txBox="1"/>
          <p:nvPr/>
        </p:nvSpPr>
        <p:spPr>
          <a:xfrm>
            <a:off x="334783" y="373778"/>
            <a:ext cx="47141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sz="3200" b="1" dirty="0"/>
              <a:t>Cálculos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69386AD-88B8-3722-CF92-AF45F00C2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785" y="958553"/>
            <a:ext cx="5100178" cy="358208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3C6D6A1-0B53-979D-8F42-EDC85BECE4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785" y="4685285"/>
            <a:ext cx="5716448" cy="217271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2999924-39EF-C22F-6310-406DA9593E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8627" y="373778"/>
            <a:ext cx="5100178" cy="3128594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898975C-BB66-7C8B-E0AC-18D52FAAF2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8627" y="3692186"/>
            <a:ext cx="5100178" cy="2866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72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639DF-67B5-3B0F-875E-2B34A680F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92178771-B578-58B7-B318-2C78065B8975}"/>
              </a:ext>
            </a:extLst>
          </p:cNvPr>
          <p:cNvSpPr txBox="1"/>
          <p:nvPr/>
        </p:nvSpPr>
        <p:spPr>
          <a:xfrm>
            <a:off x="782458" y="666166"/>
            <a:ext cx="47141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O" sz="3200" b="1" dirty="0"/>
              <a:t>Preguntas</a:t>
            </a:r>
            <a:endParaRPr lang="es-MX" sz="3200" b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2CC191A-B346-97BA-DAB4-1D476FCC9DDC}"/>
              </a:ext>
            </a:extLst>
          </p:cNvPr>
          <p:cNvSpPr txBox="1"/>
          <p:nvPr/>
        </p:nvSpPr>
        <p:spPr>
          <a:xfrm>
            <a:off x="782458" y="1428750"/>
            <a:ext cx="798054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sz="2000" dirty="0"/>
              <a:t>El equipo de TI debe responder los siguientes interrogantes: </a:t>
            </a:r>
          </a:p>
          <a:p>
            <a:pPr>
              <a:buNone/>
            </a:pPr>
            <a:endParaRPr lang="es-MX" sz="2000" dirty="0"/>
          </a:p>
          <a:p>
            <a:pPr marL="342900" indent="-342900">
              <a:buAutoNum type="arabicPeriod"/>
            </a:pPr>
            <a:r>
              <a:rPr lang="es-MX" sz="2000" dirty="0"/>
              <a:t>¿Qué equipos de interconexión se deberían utilizar para esta nueva red? </a:t>
            </a:r>
          </a:p>
          <a:p>
            <a:pPr marL="342900" indent="-342900">
              <a:buAutoNum type="arabicPeriod"/>
            </a:pPr>
            <a:r>
              <a:rPr lang="es-MX" sz="2000" dirty="0"/>
              <a:t>¿Qué es y cómo se implementan los servicios de aplicación señalados? </a:t>
            </a:r>
          </a:p>
          <a:p>
            <a:pPr marL="342900" indent="-342900">
              <a:buAutoNum type="arabicPeriod"/>
            </a:pPr>
            <a:r>
              <a:rPr lang="es-MX" sz="2000" dirty="0"/>
              <a:t>¿Cómo se debe realizar la asignación de direccionamiento?</a:t>
            </a:r>
          </a:p>
        </p:txBody>
      </p:sp>
      <p:pic>
        <p:nvPicPr>
          <p:cNvPr id="5122" name="Picture 2" descr="Las 5 características de una red informática eficiente">
            <a:extLst>
              <a:ext uri="{FF2B5EF4-FFF2-40B4-BE49-F238E27FC236}">
                <a16:creationId xmlns:a16="http://schemas.microsoft.com/office/drawing/2014/main" id="{8A39FADF-6104-FB70-A2D7-1A107A6978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49" y="3097932"/>
            <a:ext cx="4658757" cy="309390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0854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1C9E4-4904-3887-598C-1DDEEFCFE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86839A4D-DDE4-8856-D3BA-04BBB29BC3C6}"/>
              </a:ext>
            </a:extLst>
          </p:cNvPr>
          <p:cNvSpPr txBox="1"/>
          <p:nvPr/>
        </p:nvSpPr>
        <p:spPr>
          <a:xfrm>
            <a:off x="782458" y="666166"/>
            <a:ext cx="47141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sz="3200" b="1" dirty="0"/>
              <a:t>Conclusiones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D824298-D96A-49DC-066E-F07B606E2A97}"/>
              </a:ext>
            </a:extLst>
          </p:cNvPr>
          <p:cNvSpPr txBox="1"/>
          <p:nvPr/>
        </p:nvSpPr>
        <p:spPr>
          <a:xfrm>
            <a:off x="229394" y="2088281"/>
            <a:ext cx="11734800" cy="2881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dirty="0"/>
              <a:t>El subnetting permitió un uso eficiente del bloque IP /21, garantizando suficiente espacio para expansión futura.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dirty="0"/>
              <a:t>La segmentación en 6 LAN optimizó el rendimiento y redujo el tráfico broadcast.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dirty="0"/>
              <a:t>La centralización de servicios en la subred de Soporte TI facilita la administración y la seguridad.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dirty="0"/>
              <a:t>La simulación en Packet Tracer confirmó conectividad total y correcto funcionamiento de DHCP, DNS, HTTP, FTP y SMTP.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dirty="0"/>
              <a:t>El diseño propuesto proporciona alta disponibilidad, escalabilidad y facilidad de mantenimiento, alineado con las buenas prácticas de Cisco </a:t>
            </a:r>
            <a:r>
              <a:rPr lang="es-MX" dirty="0" err="1"/>
              <a:t>Networking</a:t>
            </a:r>
            <a:r>
              <a:rPr lang="es-MX" dirty="0"/>
              <a:t> </a:t>
            </a:r>
            <a:r>
              <a:rPr lang="es-MX" dirty="0" err="1"/>
              <a:t>Academy</a:t>
            </a:r>
            <a:r>
              <a:rPr lang="es-MX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92108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33CD4-5F84-2416-D27C-2E0DBCD39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A777D4F-3D45-DD43-BBC4-1669F8E6ACB9}"/>
              </a:ext>
            </a:extLst>
          </p:cNvPr>
          <p:cNvSpPr txBox="1"/>
          <p:nvPr/>
        </p:nvSpPr>
        <p:spPr>
          <a:xfrm>
            <a:off x="782458" y="666166"/>
            <a:ext cx="47141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sz="3200" b="1" dirty="0"/>
              <a:t>Referencias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DC01DF0-D208-C964-EB6D-C994D5A110B9}"/>
              </a:ext>
            </a:extLst>
          </p:cNvPr>
          <p:cNvSpPr txBox="1"/>
          <p:nvPr/>
        </p:nvSpPr>
        <p:spPr>
          <a:xfrm>
            <a:off x="1587302" y="1465065"/>
            <a:ext cx="9018984" cy="3927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[1] Cisco, “Direccionamiento de IP y conexión en subredes para los usuarios nuevos - Cisco.” [Online]. </a:t>
            </a:r>
            <a:r>
              <a:rPr lang="es-MX" dirty="0" err="1"/>
              <a:t>Available</a:t>
            </a:r>
            <a:r>
              <a:rPr lang="es-MX" dirty="0"/>
              <a:t>: </a:t>
            </a:r>
            <a:r>
              <a:rPr lang="es-MX" dirty="0">
                <a:hlinkClick r:id="rId2"/>
              </a:rPr>
              <a:t>https://www.cisco.com</a:t>
            </a:r>
            <a:endParaRPr lang="es-MX" dirty="0"/>
          </a:p>
          <a:p>
            <a:r>
              <a:rPr lang="es-MX" dirty="0"/>
              <a:t>[2] CISCO, “Lo que usted necesita saber sobre routers y switches.” </a:t>
            </a:r>
            <a:r>
              <a:rPr lang="es-MX" dirty="0">
                <a:hlinkClick r:id="rId3"/>
              </a:rPr>
              <a:t>www.cisco.com</a:t>
            </a:r>
            <a:r>
              <a:rPr lang="es-MX" dirty="0"/>
              <a:t>, 2012.</a:t>
            </a:r>
          </a:p>
          <a:p>
            <a:r>
              <a:rPr lang="es-MX" dirty="0"/>
              <a:t>[3] </a:t>
            </a:r>
            <a:r>
              <a:rPr lang="es-MX" dirty="0" err="1"/>
              <a:t>Netacad</a:t>
            </a:r>
            <a:r>
              <a:rPr lang="es-MX" dirty="0"/>
              <a:t>, “Módulos del curso: CCNA1 TELI 2024A AHALARCON,” CISCO, 2024.</a:t>
            </a:r>
          </a:p>
          <a:p>
            <a:r>
              <a:rPr lang="es-MX" dirty="0"/>
              <a:t>[4] T. de Costa Rica, “Direccionamiento IP.” Tecnológico de Costa Rica, 2008.</a:t>
            </a:r>
          </a:p>
          <a:p>
            <a:r>
              <a:rPr lang="en-US" dirty="0"/>
              <a:t>[5] Cisco Networking Academy, “Top-Down Network Design – Networking Essentials,” CISCO Press, 2023.</a:t>
            </a:r>
            <a:br>
              <a:rPr lang="en-US" dirty="0"/>
            </a:br>
            <a:r>
              <a:rPr lang="en-US" dirty="0"/>
              <a:t>[6] CISCO, “Cisco Packet Tracer – Simulation Tool for Network Design.” [Online]. Available: </a:t>
            </a:r>
            <a:r>
              <a:rPr lang="en-US" dirty="0">
                <a:hlinkClick r:id="rId4"/>
              </a:rPr>
              <a:t>https://www.netacad.com/courses/packet-tracer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86124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</TotalTime>
  <Words>438</Words>
  <Application>Microsoft Office PowerPoint</Application>
  <PresentationFormat>Personalizado</PresentationFormat>
  <Paragraphs>35</Paragraphs>
  <Slides>8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Aptos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Katherine Bello</dc:creator>
  <cp:lastModifiedBy>Jhon Sebastian Molina Fierro</cp:lastModifiedBy>
  <cp:revision>14</cp:revision>
  <dcterms:created xsi:type="dcterms:W3CDTF">2020-08-21T13:03:05Z</dcterms:created>
  <dcterms:modified xsi:type="dcterms:W3CDTF">2025-11-10T07:30:26Z</dcterms:modified>
</cp:coreProperties>
</file>