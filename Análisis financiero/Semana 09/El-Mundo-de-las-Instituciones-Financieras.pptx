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4630400" cy="8229600"/>
  <p:notesSz cx="8229600" cy="14630400"/>
  <p:embeddedFontLst>
    <p:embeddedFont>
      <p:font typeface="Alice" panose="020B0604020202020204" charset="0"/>
      <p:regular r:id="rId19"/>
    </p:embeddedFont>
    <p:embeddedFont>
      <p:font typeface="Lora" pitchFamily="2" charset="0"/>
      <p:regular r:id="rId20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23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52EDD-526F-2254-630F-6E48D8F8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B60CB-2163-F4B2-CE1D-F97B07E3B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1B87A-0701-4402-6A51-398D831B3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9D66D-3EC9-0DC8-5733-188C591A5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89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AB9B-E206-FB46-312D-FA908418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4A1C4-515A-B086-12CC-64B989384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10543-BDAA-4AB2-DE1F-9852C4140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BECC9-471D-9A6F-84AB-0AF7365B4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4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19B36-6A99-D47C-A735-B6DE069AB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F8A5D-9AD3-E926-9CF2-2AB278C85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A3A88-973F-56AC-4DBD-9CAAD0DDA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E76B5-E3C4-34CC-9C04-BC99E19E0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94CF4-65BD-A360-3E17-3AA6EBFD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927EB-3B02-C2ED-4C53-B7B12DF91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A7D97-4AF7-1A45-23E3-57B925B6F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8CE69-29C6-3DB4-B40B-064BF3A25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28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D5F27-6630-492D-1709-037C2EF6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E9A89-9C55-5B7B-85A7-C837E09C9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4C047-0E4A-CF0E-2759-A22DE6702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3A2B4-9BC9-3486-577B-0194403FC4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46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F1C4-882D-AAE9-8CA9-427D49E7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B67E8-7531-B56A-466F-2F6BB02B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1DE5D-3930-68D2-0D8B-917EA601B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057CE-A733-CAEB-8133-9041DBC958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80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452B-417F-77C6-9B0A-E6189F70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EFC61-7F40-3373-7BA4-1EB7C6425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F1864-6861-F584-D9B3-4F56F465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F0790-D574-CAEF-2561-C5B9B4CD8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53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6A6E4-27AB-601F-65FC-B871E747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0E3FF-C32E-6E86-6C5A-1A20F76F9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247D1-7CFA-5BE3-4DD5-84D3BDEEF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BC421-004D-BA61-76D0-B433E3C80C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42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240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 Mundo de las Instituciones Financieras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08B30-E749-8E76-90DC-011B8D42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8E93A7E-DCC7-F4DF-10EC-63881F274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9" y="474133"/>
            <a:ext cx="13241867" cy="716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0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41A2-5BE3-C6FB-F2D4-B45E1105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80D34E8-5104-F2E4-6092-34200B6A4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77536"/>
            <a:ext cx="13512800" cy="767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60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87BC-A11E-93FC-46D8-60FA93429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C92EB5-F3F5-8C4B-E604-0B1693469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4" y="203200"/>
            <a:ext cx="13512800" cy="790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0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94DA4-C5F6-A7AC-8E05-1E82F385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0ADA064-CADF-3178-BCAE-F0EC5AE3E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4" y="203200"/>
            <a:ext cx="13512800" cy="790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9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892C-BDF4-8E45-8502-38BE2609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AF7476-F2BD-70DC-7143-A373AF715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237066"/>
            <a:ext cx="13665200" cy="768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50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D35C-E68B-D4EF-2F6C-068041A5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6CB7B02-F622-C8D3-0202-53B170B50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34" y="270933"/>
            <a:ext cx="13766800" cy="756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3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0C1B-A314-D809-F117-0FDF0A12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692F70-BFFB-DACA-BA60-5C78B22F4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67" y="565969"/>
            <a:ext cx="12886266" cy="72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3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4B1E1-215D-11BD-3C1D-B1F1C868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5352A1-20DA-4092-E56B-0B47223B4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449143"/>
            <a:ext cx="13292667" cy="720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8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86413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Tipos de Instituciones Financieras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Bancos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Ofrecen servicios de depósito, préstamo y pagos, jugando un rol central en la economía.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Aseguradoras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Protegen contra riesgos financieros mediante pólizas de seguro, mitigando pérdidas inesperadas.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Fondos de Inversión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Gestionan activos financieros de forma colectiva, ofreciendo oportunidades de inversión diversificadas.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82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 Rol de las Instituciones Financieras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011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976074" y="3386138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301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Facilitan la Inversión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791545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Permiten que empresas y personas accedan a capital para proyectos e ideas.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3011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857036" y="3386138"/>
            <a:ext cx="16704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301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Gestionan el Riesgo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7915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Mitigación de riesgos financieros a través de seguros y gestión de inversiones.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251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966073" y="5810131"/>
            <a:ext cx="16573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725120"/>
            <a:ext cx="4838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Promueven el Crecimiento Económico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21553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 canalizar el capital hacia actividades productivas, estimulan la economía.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17219"/>
            <a:ext cx="64142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Regulación y Supervisión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79627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02060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Estabilidad Financiera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39685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Protege la economía de crisis financieras y fomenta la confianza en el sistema.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79627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43776" y="3906441"/>
            <a:ext cx="34480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Protección del Consumidor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39685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Garantiza la transparencia y la seguridad de las operaciones financieras para los usuarios.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79627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866948" y="3906441"/>
            <a:ext cx="2859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Equidad en el Mercado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396859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Previene la competencia desleal y la manipulación del mercado financiero.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03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Riesgos en las Instituciones Financieras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50805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301847"/>
            <a:ext cx="229195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Riesgo de Crédito: Posibilidad de que los prestatarios no puedan cumplir con sus obligaciones de pago.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904" y="3508058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25904" y="4301847"/>
            <a:ext cx="229207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Riesgo de Liquidez: Dificultad para obtener efectivo o activos líquidos en momentos necesarios.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8138" y="3508058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058138" y="4301847"/>
            <a:ext cx="22919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Riesgo de Mercado: Pérdida de valor de las inversiones debido a cambios en el mercado.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735" y="750689"/>
            <a:ext cx="7664529" cy="132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Innovación Tecnológica y el Futuro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1045250" y="2388513"/>
            <a:ext cx="22860" cy="5090398"/>
          </a:xfrm>
          <a:prstGeom prst="roundRect">
            <a:avLst>
              <a:gd name="adj" fmla="val 138692"/>
            </a:avLst>
          </a:prstGeom>
          <a:solidFill>
            <a:srgbClr val="D6D3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2"/>
          <p:cNvSpPr/>
          <p:nvPr/>
        </p:nvSpPr>
        <p:spPr>
          <a:xfrm>
            <a:off x="1271588" y="2852618"/>
            <a:ext cx="739735" cy="22860"/>
          </a:xfrm>
          <a:prstGeom prst="roundRect">
            <a:avLst>
              <a:gd name="adj" fmla="val 138692"/>
            </a:avLst>
          </a:prstGeom>
          <a:solidFill>
            <a:srgbClr val="D6D3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3"/>
          <p:cNvSpPr/>
          <p:nvPr/>
        </p:nvSpPr>
        <p:spPr>
          <a:xfrm>
            <a:off x="818912" y="2626281"/>
            <a:ext cx="475536" cy="475536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988814" y="2705457"/>
            <a:ext cx="135731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219087" y="2599849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Fintech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219087" y="3056811"/>
            <a:ext cx="618517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Nuevas tecnologías que están transformando la industria financiera, mejorando la eficiencia y la accesibilidad.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271588" y="4619863"/>
            <a:ext cx="739735" cy="22860"/>
          </a:xfrm>
          <a:prstGeom prst="roundRect">
            <a:avLst>
              <a:gd name="adj" fmla="val 138692"/>
            </a:avLst>
          </a:prstGeom>
          <a:solidFill>
            <a:srgbClr val="D6D3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818912" y="4393525"/>
            <a:ext cx="475536" cy="475536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978813" y="4472702"/>
            <a:ext cx="155734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219087" y="4367093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Inteligencia Artificial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219087" y="4824055"/>
            <a:ext cx="618517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Aplicaciones de IA para análisis de datos, detección de fraudes y gestión de riesgos.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271588" y="6387108"/>
            <a:ext cx="739735" cy="22860"/>
          </a:xfrm>
          <a:prstGeom prst="roundRect">
            <a:avLst>
              <a:gd name="adj" fmla="val 138692"/>
            </a:avLst>
          </a:prstGeom>
          <a:solidFill>
            <a:srgbClr val="D6D3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818912" y="6160770"/>
            <a:ext cx="475536" cy="475536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979408" y="6239947"/>
            <a:ext cx="154424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219087" y="613433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Blockchain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219087" y="6591300"/>
            <a:ext cx="618517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Tecnología que permite transacciones seguras y transparentes, mejorando la eficiencia y la confianza.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5493"/>
            <a:ext cx="6989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Impacto de la Globalización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134433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361248"/>
            <a:ext cx="31194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Integración de Mercados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851666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Mayor acceso a inversiones internacionales, diversificando las oportunidades y riesgos.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04285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Competencia Global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52151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Las instituciones financieras deben competir con empresas globales, adaptándose a nuevos desafíos.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474137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700951"/>
            <a:ext cx="37133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Regulaciones Internacionales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19136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Mayor coordinación entre reguladores para garantizar la estabilidad del sistema financiero global.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Conclusión: La Importancia de la Estabilidad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Las instituciones financieras son esenciales para una economía moderna, proporcionando servicios vitales para individuos, empresas y el crecimiento económico. La estabilidad y la confianza en el sistema financiero son cruciales para la prosperidad y el desarrollo.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393</Words>
  <Application>Microsoft Office PowerPoint</Application>
  <PresentationFormat>Personalizado</PresentationFormat>
  <Paragraphs>64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Alice</vt:lpstr>
      <vt:lpstr>Lora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Nubia Marcela  Díaz Cortés</cp:lastModifiedBy>
  <cp:revision>2</cp:revision>
  <dcterms:created xsi:type="dcterms:W3CDTF">2025-02-21T00:08:01Z</dcterms:created>
  <dcterms:modified xsi:type="dcterms:W3CDTF">2025-02-21T00:18:17Z</dcterms:modified>
</cp:coreProperties>
</file>