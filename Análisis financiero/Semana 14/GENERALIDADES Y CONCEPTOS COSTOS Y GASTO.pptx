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7" r:id="rId7"/>
    <p:sldId id="268" r:id="rId8"/>
    <p:sldId id="262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13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14/02/2024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828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14/02/2024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752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14/02/2024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5038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14/02/2024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40834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14/02/2024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3090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14/02/2024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7538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14/02/2024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6218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14/02/2024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82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14/02/2024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0446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14/02/2024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3812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14/02/2024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8419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DBD5C1-3889-4944-B2CD-33628E883325}" type="datetimeFigureOut">
              <a:rPr lang="es-CO" smtClean="0"/>
              <a:t>14/02/2024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8111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NEz4tcJz18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d5dY1YxbKI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5024437-A62E-E7BA-A5A2-52D47072B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247" y="1189564"/>
            <a:ext cx="4786566" cy="492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967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EFABAA5-FDD7-036E-CD22-FA358A98B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35" y="1462157"/>
            <a:ext cx="8095130" cy="466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62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DA1198-47D1-162C-079C-9D223B34D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98FFCAA-C692-4DA7-C315-A9DE91777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81" y="1410032"/>
            <a:ext cx="7954238" cy="489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603519"/>
      </p:ext>
    </p:extLst>
  </p:cSld>
  <p:clrMapOvr>
    <a:masterClrMapping/>
  </p:clrMapOvr>
  <p:transition spd="slow">
    <p:comb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4060B5-A4A7-783A-5393-39986E5D9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6C5A2AA-7A6D-8631-7C1C-302EDDCB8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38636"/>
            <a:ext cx="8229599" cy="478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916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5D0FF8-A416-493A-367B-0AED26CE8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5319D3-463F-1133-5BA6-250B31045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28" y="1453324"/>
            <a:ext cx="8209343" cy="463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15699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5EA38-7F0B-2D66-28F1-031341C2E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05F654A-F899-87B2-DF9B-4BE954349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674" y="228983"/>
            <a:ext cx="5013593" cy="3760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Globo: flecha hacia arriba 5">
            <a:extLst>
              <a:ext uri="{FF2B5EF4-FFF2-40B4-BE49-F238E27FC236}">
                <a16:creationId xmlns:a16="http://schemas.microsoft.com/office/drawing/2014/main" id="{2C51FB6F-EB75-D7AD-80E4-1FF1EEA3968E}"/>
              </a:ext>
            </a:extLst>
          </p:cNvPr>
          <p:cNvSpPr/>
          <p:nvPr/>
        </p:nvSpPr>
        <p:spPr>
          <a:xfrm>
            <a:off x="309282" y="2823882"/>
            <a:ext cx="4262718" cy="3603811"/>
          </a:xfrm>
          <a:prstGeom prst="upArrowCallou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tx1"/>
                </a:solidFill>
                <a:effectLst/>
                <a:latin typeface="MiloPro"/>
              </a:rPr>
              <a:t>Se relaciona íntimamente con la producción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tx1"/>
                </a:solidFill>
                <a:effectLst/>
                <a:latin typeface="MiloPro"/>
              </a:rPr>
              <a:t>Es necesario incurrir en ellos para poder lograr la obtención de los objetivos financieros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tx1"/>
                </a:solidFill>
                <a:effectLst/>
                <a:latin typeface="MiloPro"/>
              </a:rPr>
              <a:t>Pueden ser fijos o variables, dependiendo de la naturaleza de los mismos.</a:t>
            </a:r>
          </a:p>
        </p:txBody>
      </p:sp>
      <p:sp>
        <p:nvSpPr>
          <p:cNvPr id="7" name="Globo: flecha hacia arriba 6">
            <a:extLst>
              <a:ext uri="{FF2B5EF4-FFF2-40B4-BE49-F238E27FC236}">
                <a16:creationId xmlns:a16="http://schemas.microsoft.com/office/drawing/2014/main" id="{00D1EB51-89F4-8A51-34B7-C15096FFED48}"/>
              </a:ext>
            </a:extLst>
          </p:cNvPr>
          <p:cNvSpPr/>
          <p:nvPr/>
        </p:nvSpPr>
        <p:spPr>
          <a:xfrm>
            <a:off x="4920543" y="2823882"/>
            <a:ext cx="4047565" cy="3603811"/>
          </a:xfrm>
          <a:prstGeom prst="upArrowCallou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tx1"/>
                </a:solidFill>
                <a:effectLst/>
                <a:latin typeface="MiloPro"/>
              </a:rPr>
              <a:t>Están mas relacionados a la parte administrativa de la empresa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tx1"/>
                </a:solidFill>
                <a:effectLst/>
                <a:latin typeface="MiloPro"/>
              </a:rPr>
              <a:t>Algunos son esenciales en general, pero dependiendo de su naturaleza pueden reducirse o eliminarse sin afectar la operativa de la empresa.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tx1"/>
                </a:solidFill>
                <a:effectLst/>
                <a:latin typeface="MiloPro"/>
              </a:rPr>
              <a:t>Es un desembolso del que no se espera obtener un ingreso futuro.</a:t>
            </a:r>
          </a:p>
        </p:txBody>
      </p:sp>
    </p:spTree>
    <p:extLst>
      <p:ext uri="{BB962C8B-B14F-4D97-AF65-F5344CB8AC3E}">
        <p14:creationId xmlns:p14="http://schemas.microsoft.com/office/powerpoint/2010/main" val="501682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D1904-7710-8B0F-842F-6332DFF39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783E287-5C1C-4FFB-EF98-FEE1F06AE089}"/>
              </a:ext>
            </a:extLst>
          </p:cNvPr>
          <p:cNvSpPr/>
          <p:nvPr/>
        </p:nvSpPr>
        <p:spPr>
          <a:xfrm>
            <a:off x="927847" y="1344705"/>
            <a:ext cx="3594848" cy="48947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MX" sz="2400" b="0" i="0" dirty="0">
                <a:solidFill>
                  <a:schemeClr val="tx1"/>
                </a:solidFill>
                <a:effectLst/>
                <a:latin typeface="MiloPro"/>
              </a:rPr>
              <a:t>Ejemplos:</a:t>
            </a:r>
          </a:p>
          <a:p>
            <a:pPr algn="l"/>
            <a:endParaRPr lang="es-MX" sz="2400" b="0" i="0" dirty="0">
              <a:solidFill>
                <a:schemeClr val="tx1"/>
              </a:solidFill>
              <a:effectLst/>
              <a:latin typeface="MiloPr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400" b="0" i="0" dirty="0">
                <a:solidFill>
                  <a:schemeClr val="tx1"/>
                </a:solidFill>
                <a:effectLst/>
                <a:latin typeface="MiloPro"/>
              </a:rPr>
              <a:t>Compra de materia prima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400" b="0" i="0" dirty="0">
                <a:solidFill>
                  <a:schemeClr val="tx1"/>
                </a:solidFill>
                <a:effectLst/>
                <a:latin typeface="MiloPro"/>
              </a:rPr>
              <a:t>Pago de servicios de mantenimiento para maquinarias de producción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400" b="0" i="0" dirty="0">
                <a:solidFill>
                  <a:schemeClr val="tx1"/>
                </a:solidFill>
                <a:effectLst/>
                <a:latin typeface="MiloPro"/>
              </a:rPr>
              <a:t>Pago de alquiler de espacios para operaciones.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025CEF2-621B-D34D-8C11-FDCCFE13C038}"/>
              </a:ext>
            </a:extLst>
          </p:cNvPr>
          <p:cNvSpPr/>
          <p:nvPr/>
        </p:nvSpPr>
        <p:spPr>
          <a:xfrm>
            <a:off x="4984376" y="1344705"/>
            <a:ext cx="3594848" cy="47602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MX" sz="2400" b="0" i="0" dirty="0">
                <a:solidFill>
                  <a:schemeClr val="tx1"/>
                </a:solidFill>
                <a:effectLst/>
                <a:latin typeface="MiloPro"/>
              </a:rPr>
              <a:t>Ejemplos:</a:t>
            </a:r>
          </a:p>
          <a:p>
            <a:pPr algn="l"/>
            <a:endParaRPr lang="es-MX" sz="2400" b="0" i="0" dirty="0">
              <a:solidFill>
                <a:schemeClr val="tx1"/>
              </a:solidFill>
              <a:effectLst/>
              <a:latin typeface="MiloPr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400" b="0" i="0" dirty="0">
                <a:solidFill>
                  <a:schemeClr val="tx1"/>
                </a:solidFill>
                <a:effectLst/>
                <a:latin typeface="MiloPro"/>
              </a:rPr>
              <a:t>Pago de un almuerzo con un cliente (conocido como gastos representativos)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400" b="0" i="0" dirty="0">
                <a:solidFill>
                  <a:schemeClr val="tx1"/>
                </a:solidFill>
                <a:effectLst/>
                <a:latin typeface="MiloPro"/>
              </a:rPr>
              <a:t>Pago de una multa por un incumplimiento fiscal.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400" b="0" i="0" dirty="0">
                <a:solidFill>
                  <a:schemeClr val="tx1"/>
                </a:solidFill>
                <a:effectLst/>
                <a:latin typeface="MiloPro"/>
              </a:rPr>
              <a:t>Compra inmuebles decorativos para espacios administrativos.</a:t>
            </a:r>
          </a:p>
        </p:txBody>
      </p:sp>
    </p:spTree>
    <p:extLst>
      <p:ext uri="{BB962C8B-B14F-4D97-AF65-F5344CB8AC3E}">
        <p14:creationId xmlns:p14="http://schemas.microsoft.com/office/powerpoint/2010/main" val="92794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3F87D6-3E9A-C2D3-F0C8-0C68BFE21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D7337D-71DD-2766-8FCF-0B8DC0CE0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909" y="4278220"/>
            <a:ext cx="78867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MX" b="1" dirty="0"/>
              <a:t>UN CAMIÓN MÁS GRANDE</a:t>
            </a:r>
            <a:br>
              <a:rPr lang="es-MX" dirty="0"/>
            </a:br>
            <a:r>
              <a:rPr lang="es-MX" dirty="0"/>
              <a:t> </a:t>
            </a:r>
            <a:br>
              <a:rPr lang="es-MX" dirty="0"/>
            </a:br>
            <a:r>
              <a:rPr lang="es-MX" dirty="0">
                <a:hlinkClick r:id="rId3"/>
              </a:rPr>
              <a:t>https://www.youtube.com/watch?v=qNEz4tcJz18</a:t>
            </a:r>
            <a:br>
              <a:rPr lang="es-MX" dirty="0"/>
            </a:b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A307C1E-EF9E-A9F3-2207-534964008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9504" y="766483"/>
            <a:ext cx="4901509" cy="245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282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297FDA-D1D7-423D-56F5-5F2FEF8F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79A0E8-8F4B-E1EA-0A1F-306736511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274" y="2219000"/>
            <a:ext cx="78867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CO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  <a:t>La contabilidad de costos</a:t>
            </a:r>
            <a:br>
              <a:rPr lang="es-CO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br>
              <a:rPr lang="es-CO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r>
              <a:rPr lang="es-CO" dirty="0">
                <a:hlinkClick r:id="rId3"/>
              </a:rPr>
              <a:t>https://www.youtube.com/watch?v=yd5dY1YxbKI</a:t>
            </a:r>
            <a:br>
              <a:rPr lang="es-CO" dirty="0"/>
            </a:b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DAC49DF-8FFA-70D1-1BEE-914D94591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6859" y="3935877"/>
            <a:ext cx="3420378" cy="268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519220"/>
      </p:ext>
    </p:extLst>
  </p:cSld>
  <p:clrMapOvr>
    <a:masterClrMapping/>
  </p:clrMapOvr>
  <p:transition spd="slow">
    <p:randomBar/>
  </p:transition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420</TotalTime>
  <Words>175</Words>
  <Application>Microsoft Office PowerPoint</Application>
  <PresentationFormat>Presentación en pantalla (4:3)</PresentationFormat>
  <Paragraphs>18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MiloPro</vt:lpstr>
      <vt:lpstr>Roboto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UN CAMIÓN MÁS GRANDE   https://www.youtube.com/watch?v=qNEz4tcJz18 </vt:lpstr>
      <vt:lpstr>La contabilidad de costos  https://www.youtube.com/watch?v=yd5dY1YxbKI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MARCELA DIAZ</cp:lastModifiedBy>
  <cp:revision>7</cp:revision>
  <dcterms:created xsi:type="dcterms:W3CDTF">2018-03-01T14:57:04Z</dcterms:created>
  <dcterms:modified xsi:type="dcterms:W3CDTF">2024-02-14T14:19:43Z</dcterms:modified>
</cp:coreProperties>
</file>