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74" r:id="rId4"/>
    <p:sldId id="259" r:id="rId5"/>
    <p:sldId id="260" r:id="rId6"/>
    <p:sldId id="261" r:id="rId7"/>
    <p:sldId id="262" r:id="rId8"/>
    <p:sldId id="263" r:id="rId9"/>
    <p:sldId id="264" r:id="rId10"/>
    <p:sldId id="275" r:id="rId11"/>
    <p:sldId id="265" r:id="rId12"/>
    <p:sldId id="266" r:id="rId13"/>
    <p:sldId id="273" r:id="rId14"/>
    <p:sldId id="267" r:id="rId15"/>
    <p:sldId id="268" r:id="rId16"/>
    <p:sldId id="269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0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BD5C1-3889-4944-B2CD-33628E883325}" type="datetimeFigureOut">
              <a:rPr lang="es-CO" smtClean="0"/>
              <a:t>5/11/2024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4E5E9-0B34-4926-8AC8-9AB70492072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48281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BD5C1-3889-4944-B2CD-33628E883325}" type="datetimeFigureOut">
              <a:rPr lang="es-CO" smtClean="0"/>
              <a:t>5/11/2024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4E5E9-0B34-4926-8AC8-9AB70492072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4752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BD5C1-3889-4944-B2CD-33628E883325}" type="datetimeFigureOut">
              <a:rPr lang="es-CO" smtClean="0"/>
              <a:t>5/11/2024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4E5E9-0B34-4926-8AC8-9AB70492072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85038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BD5C1-3889-4944-B2CD-33628E883325}" type="datetimeFigureOut">
              <a:rPr lang="es-CO" smtClean="0"/>
              <a:t>5/11/2024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4E5E9-0B34-4926-8AC8-9AB70492072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40834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BD5C1-3889-4944-B2CD-33628E883325}" type="datetimeFigureOut">
              <a:rPr lang="es-CO" smtClean="0"/>
              <a:t>5/11/2024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4E5E9-0B34-4926-8AC8-9AB70492072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33090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BD5C1-3889-4944-B2CD-33628E883325}" type="datetimeFigureOut">
              <a:rPr lang="es-CO" smtClean="0"/>
              <a:t>5/11/2024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4E5E9-0B34-4926-8AC8-9AB70492072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17538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BD5C1-3889-4944-B2CD-33628E883325}" type="datetimeFigureOut">
              <a:rPr lang="es-CO" smtClean="0"/>
              <a:t>5/11/2024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4E5E9-0B34-4926-8AC8-9AB70492072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6218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BD5C1-3889-4944-B2CD-33628E883325}" type="datetimeFigureOut">
              <a:rPr lang="es-CO" smtClean="0"/>
              <a:t>5/11/2024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4E5E9-0B34-4926-8AC8-9AB70492072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6829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BD5C1-3889-4944-B2CD-33628E883325}" type="datetimeFigureOut">
              <a:rPr lang="es-CO" smtClean="0"/>
              <a:t>5/11/2024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4E5E9-0B34-4926-8AC8-9AB70492072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10446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BD5C1-3889-4944-B2CD-33628E883325}" type="datetimeFigureOut">
              <a:rPr lang="es-CO" smtClean="0"/>
              <a:t>5/11/2024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4E5E9-0B34-4926-8AC8-9AB70492072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83812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BD5C1-3889-4944-B2CD-33628E883325}" type="datetimeFigureOut">
              <a:rPr lang="es-CO" smtClean="0"/>
              <a:t>5/11/2024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4E5E9-0B34-4926-8AC8-9AB70492072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98419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DBD5C1-3889-4944-B2CD-33628E883325}" type="datetimeFigureOut">
              <a:rPr lang="es-CO" smtClean="0"/>
              <a:t>5/11/2024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44E5E9-0B34-4926-8AC8-9AB70492072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78111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1B654F-3535-66D4-52BB-FCC6825B3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b="1" dirty="0"/>
              <a:t>ESTADO DE FLUJO DE EFECTIVO</a:t>
            </a:r>
            <a:endParaRPr lang="es-CO" b="1" dirty="0"/>
          </a:p>
        </p:txBody>
      </p:sp>
    </p:spTree>
    <p:extLst>
      <p:ext uri="{BB962C8B-B14F-4D97-AF65-F5344CB8AC3E}">
        <p14:creationId xmlns:p14="http://schemas.microsoft.com/office/powerpoint/2010/main" val="791967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492C5AC-3053-B078-FC4F-AADC0C75A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384300"/>
            <a:ext cx="8178799" cy="4089399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622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C7F5BD-A82B-BDDE-AF54-F5AC09012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7">
            <a:extLst>
              <a:ext uri="{FF2B5EF4-FFF2-40B4-BE49-F238E27FC236}">
                <a16:creationId xmlns:a16="http://schemas.microsoft.com/office/drawing/2014/main" id="{0DFE05B2-BBBC-88AD-AFB2-6487C9E234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reeform: Shape 9">
            <a:extLst>
              <a:ext uri="{FF2B5EF4-FFF2-40B4-BE49-F238E27FC236}">
                <a16:creationId xmlns:a16="http://schemas.microsoft.com/office/drawing/2014/main" id="{3485B2C5-EAA4-7842-23AB-E66611B17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78BA2EE-B6FC-EFD1-92EF-EB9D08F4E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F12D2D-9D65-FD8A-5BD1-D398E49AF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391FEE1-2302-33AE-5389-8C4D68D661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A303DE5D-E253-285C-498C-3724DB543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83802E6C-CBA8-72F0-D775-881E3B9AF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E9BEF16-EF9A-9A4B-2D2A-72A01B246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375" y="1246162"/>
            <a:ext cx="7991825" cy="405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501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6846AD-3C57-058A-75BA-AB6C29357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A307E0A-9215-5CDB-9E40-3503EEBD07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468" y="1147444"/>
            <a:ext cx="7621064" cy="456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352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0E14FE-E4AC-E325-6EA3-6EBAC85A6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57ADF67-9929-A393-1C0A-248CD5EA9B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547" y="1376076"/>
            <a:ext cx="7382905" cy="4105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77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BD09FE-97CF-4531-22EC-7A5D611D8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00CA48F-043C-F43C-EFD2-7A6766810A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784" y="1133154"/>
            <a:ext cx="7392432" cy="4591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74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62EB5F-CB68-4252-17A2-1E0FA2BCE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17B0AC0-6457-EC8B-822B-6F844B4722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153" y="1390365"/>
            <a:ext cx="7125694" cy="4077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437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9C24BE-ADCB-9A06-7609-0A976CE32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4556D56-AB13-3F28-8942-0377EE3549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416" y="1361786"/>
            <a:ext cx="6935168" cy="413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696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6BF0DC-01D3-2A23-E32F-877FDE7E3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0B1BCBE-7772-5202-0739-F893C2F150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363" y="1299865"/>
            <a:ext cx="7335274" cy="425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040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358F0B-38F1-2993-941B-D07FECD15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7FE8250-8739-E00F-862F-E40913924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137" y="1267827"/>
            <a:ext cx="7664359" cy="5008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616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9C2B6F-C01A-374A-0974-6CB6A143A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69B847F-E17D-A9E8-DFE6-2A2BAE5DD7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784" y="956917"/>
            <a:ext cx="7754432" cy="494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824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07A80F-3871-950D-7B41-C4AA54CA5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608FCFD-1B13-C86B-5E77-FDE8D70CF4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626" y="1033128"/>
            <a:ext cx="6782747" cy="479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6687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7A4C43-D6DC-A330-0F2B-4C6B81A67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C9AD7BDC-31EB-0006-3ED8-DA05F4D4EF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338" y="1280268"/>
            <a:ext cx="7765826" cy="4510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0736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56A604-6661-81E5-91F7-F38D387ED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D80D70F-18E3-5411-E812-1A10152808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940" y="1641572"/>
            <a:ext cx="8472120" cy="428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441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042B23-5835-B446-3606-A2F8D23E2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4AB2227-943D-3E39-A07C-B661F56D7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671" y="2008909"/>
            <a:ext cx="8768658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2801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F3B517-30F8-01FA-B62B-E5243C970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ECCAF2E-5C52-0563-1188-78D7F7CB1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333182"/>
            <a:ext cx="8178799" cy="419163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70120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154</TotalTime>
  <Words>5</Words>
  <Application>Microsoft Office PowerPoint</Application>
  <PresentationFormat>Presentación en pantalla (4:3)</PresentationFormat>
  <Paragraphs>1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Tema de Office</vt:lpstr>
      <vt:lpstr>ESTADO DE FLUJO DE EFECTIVO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</dc:creator>
  <cp:lastModifiedBy>Nubia Marcela  Díaz Cortés</cp:lastModifiedBy>
  <cp:revision>7</cp:revision>
  <dcterms:created xsi:type="dcterms:W3CDTF">2018-03-01T14:57:04Z</dcterms:created>
  <dcterms:modified xsi:type="dcterms:W3CDTF">2024-11-06T01:12:16Z</dcterms:modified>
</cp:coreProperties>
</file>