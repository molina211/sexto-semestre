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F2D920-E141-4A80-8434-2BA5801A23AC}" type="datetimeFigureOut">
              <a:rPr lang="es-CO" smtClean="0"/>
              <a:t>19/10/2025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0C37F0-E740-459C-A40D-9984BB850C7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8067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0C37F0-E740-459C-A40D-9984BB850C7B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05834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34A7CF-2EC9-76FF-7820-AB03A7242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1DF44A-6BAD-7F0D-6CCE-83B305C023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C24688-0C33-CCCF-A362-7A1E0C9F7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1D75B-0054-4AC2-8936-6A7B476B01C2}" type="datetimeFigureOut">
              <a:rPr lang="es-CO" smtClean="0"/>
              <a:t>19/10/2025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97850B-A052-71B2-7110-537E4741B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598246-A61D-0AB2-1E3B-A16DBCD0B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BE21-0C4D-43F8-832D-A8A5EF4F97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2603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155AA-51E5-A66A-9FD7-837F44975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2BDE37-A5CD-EB2C-705B-2227E2E31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7B5C2A-4A95-6B83-1074-51F75F9B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1D75B-0054-4AC2-8936-6A7B476B01C2}" type="datetimeFigureOut">
              <a:rPr lang="es-CO" smtClean="0"/>
              <a:t>19/10/2025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80866E-87D5-EF8F-49E3-ED5F9204A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1CCBA4-6F9D-B03C-0411-E3813787A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BE21-0C4D-43F8-832D-A8A5EF4F97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69043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975CF5-E4F9-4D66-F36D-ECAD5D6AC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BD8623-F70B-69FB-A387-5AF13E8C7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A30279-9107-11CA-516A-9DEF7E061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1D75B-0054-4AC2-8936-6A7B476B01C2}" type="datetimeFigureOut">
              <a:rPr lang="es-CO" smtClean="0"/>
              <a:t>19/10/2025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718FB1-8FF7-E802-21B4-44CFFD629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72BE6E-2C2F-671C-D8DC-9D64C4E5D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BE21-0C4D-43F8-832D-A8A5EF4F97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59717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D49C5B-A6F6-8F41-A9B2-25DEA59EA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190D21-F20D-86DC-947A-FE2D4ECC24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7DEA281-0042-78B8-9C65-A7A6F5D8D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D9FDB6-6C4D-8027-1A9D-D15CF1CE3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1D75B-0054-4AC2-8936-6A7B476B01C2}" type="datetimeFigureOut">
              <a:rPr lang="es-CO" smtClean="0"/>
              <a:t>19/10/2025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93C61D-4E1C-CA7D-CF6E-786DE9FC0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03CE35B-291E-D762-D187-DB276DBC0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BE21-0C4D-43F8-832D-A8A5EF4F97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7900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EEE02E-2B46-54DE-6D0F-0B94EEA62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0CD435-11C0-D26B-B8F1-6972923CC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8930F1-2E43-120A-5BBC-A73A02BD2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6E53216-3F57-DD96-0AA6-7CDD28A2E4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6CE53A6-29E6-CB08-D6E9-930430714B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F209B90-5C92-0C6B-E5E4-9EDC40C1B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1D75B-0054-4AC2-8936-6A7B476B01C2}" type="datetimeFigureOut">
              <a:rPr lang="es-CO" smtClean="0"/>
              <a:t>19/10/2025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D3EB042-26B1-EECF-2734-A9C79BA2C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E128AD3-F4ED-2680-34B8-69E07B25B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BE21-0C4D-43F8-832D-A8A5EF4F97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0444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93A1EB-A85F-19D4-F876-4DF24BABA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173F6BF-6218-0958-AA53-DDEFE9268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1D75B-0054-4AC2-8936-6A7B476B01C2}" type="datetimeFigureOut">
              <a:rPr lang="es-CO" smtClean="0"/>
              <a:t>19/10/2025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AFBE904-DA3B-5110-3289-D7DA15CB4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62844B4-7E00-0A51-A837-E598674D1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BE21-0C4D-43F8-832D-A8A5EF4F97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4521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C5F9C2F-4898-5D54-D5DA-1CF8D3EEC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1D75B-0054-4AC2-8936-6A7B476B01C2}" type="datetimeFigureOut">
              <a:rPr lang="es-CO" smtClean="0"/>
              <a:t>19/10/2025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FC29370-8615-0353-0A90-3AFD2BC0B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BB1D4C-D857-F620-86F6-2C7D327E4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BE21-0C4D-43F8-832D-A8A5EF4F97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7271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1DD7D5-8153-42C0-70B8-46447B6EB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2960A3-FDE7-E818-AE31-FE5B13961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7CB81A9-F861-062D-13CA-EA4F5FA86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A924761-D79A-B1A2-4913-A1BF8676B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1D75B-0054-4AC2-8936-6A7B476B01C2}" type="datetimeFigureOut">
              <a:rPr lang="es-CO" smtClean="0"/>
              <a:t>19/10/2025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1FD0B3-03C3-1F90-DBE3-6E96F7C95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CC94A1-30C2-CA3A-FED0-3EAC4AC56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BE21-0C4D-43F8-832D-A8A5EF4F97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72581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2543AD-CAC1-C2DF-0A61-90EF3D027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904D5C1-13A3-7AB4-BAF9-1E2ACE933E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74F5527-24F4-AF38-C55C-A4BE79502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D40ACD-6D0B-5F10-6CBD-BBFFBA868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1D75B-0054-4AC2-8936-6A7B476B01C2}" type="datetimeFigureOut">
              <a:rPr lang="es-CO" smtClean="0"/>
              <a:t>19/10/2025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79FE39-9EBC-BA5E-9633-01FA2AD93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06EC8B-9DA4-C3F3-8BF6-D19A81C0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BE21-0C4D-43F8-832D-A8A5EF4F97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916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80AD8E-87F5-0879-ED52-9921282EA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412469A-A11C-523C-DBDB-0FE5E0E638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25EE86-2DFC-7EC7-5C95-C51AD23CE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1D75B-0054-4AC2-8936-6A7B476B01C2}" type="datetimeFigureOut">
              <a:rPr lang="es-CO" smtClean="0"/>
              <a:t>19/10/2025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440657-20A8-3D8A-7AC0-CD3759F48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F22AA2-A3C5-A916-1853-A58051BD8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BE21-0C4D-43F8-832D-A8A5EF4F97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6797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D858D94-2B32-8E6B-4120-5A4C1FC7FB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3B5244-EE21-BFAD-CB45-69AEBCEE3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54B824-6BE2-EE3C-7A11-7DB5C3613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1D75B-0054-4AC2-8936-6A7B476B01C2}" type="datetimeFigureOut">
              <a:rPr lang="es-CO" smtClean="0"/>
              <a:t>19/10/2025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098ED4-220A-34C3-8EA4-8C1B52982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510229-544C-6F2E-005D-6DC3FBCCD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BE21-0C4D-43F8-832D-A8A5EF4F97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3410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8F76FCB-00FA-6409-DFF1-85BE53DC1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A291A1-22CC-734A-9026-CBABA5E68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A9FFD1-CD58-B175-8565-AC8855F6D8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B1D75B-0054-4AC2-8936-6A7B476B01C2}" type="datetimeFigureOut">
              <a:rPr lang="es-CO" smtClean="0"/>
              <a:t>19/10/2025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6A47AF-52F0-CE1A-6130-6F7B33C7B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50F1D8-5DB6-5EE0-BD79-15D44DC0C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4CBE21-0C4D-43F8-832D-A8A5EF4F97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8686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94A3507-0C6F-0EE4-200F-6D7D5D96B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809" y="485364"/>
            <a:ext cx="8640381" cy="5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702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FE016-C936-B93A-E910-756FEC1B5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61FF7DE-5998-01DF-68D3-A9D25BE95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388" y="170995"/>
            <a:ext cx="9307224" cy="651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770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C8942-66D8-051F-FD7D-3854C0832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3DF29A1-1B3F-330E-EEB8-EC7CA9623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844"/>
            <a:ext cx="12192000" cy="661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83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A1BDF-5CD1-C918-25ED-A0AD7E41B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27ACE24-28C0-82DB-8A07-D095C22C51D2}"/>
              </a:ext>
            </a:extLst>
          </p:cNvPr>
          <p:cNvSpPr txBox="1"/>
          <p:nvPr/>
        </p:nvSpPr>
        <p:spPr>
          <a:xfrm>
            <a:off x="728132" y="1042369"/>
            <a:ext cx="1098973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4000" b="1" dirty="0" err="1"/>
              <a:t>docker</a:t>
            </a:r>
            <a:r>
              <a:rPr lang="es-CO" sz="4000" b="1" dirty="0"/>
              <a:t> run --</a:t>
            </a:r>
            <a:r>
              <a:rPr lang="es-CO" sz="4000" b="1" dirty="0" err="1"/>
              <a:t>name</a:t>
            </a:r>
            <a:r>
              <a:rPr lang="es-CO" sz="4000" b="1" dirty="0"/>
              <a:t> </a:t>
            </a:r>
            <a:r>
              <a:rPr lang="es-CO" sz="4000" b="1" dirty="0" err="1"/>
              <a:t>jenkins</a:t>
            </a:r>
            <a:r>
              <a:rPr lang="es-CO" sz="4000" b="1" dirty="0"/>
              <a:t>-arquitectura --</a:t>
            </a:r>
            <a:r>
              <a:rPr lang="es-CO" sz="4000" b="1" dirty="0" err="1"/>
              <a:t>network</a:t>
            </a:r>
            <a:r>
              <a:rPr lang="es-CO" sz="4000" b="1" dirty="0"/>
              <a:t> </a:t>
            </a:r>
            <a:r>
              <a:rPr lang="es-CO" sz="4000" b="1" dirty="0" err="1"/>
              <a:t>jenkins</a:t>
            </a:r>
            <a:r>
              <a:rPr lang="es-CO" sz="4000" b="1" dirty="0"/>
              <a:t> -d -p 8080:8080 -p 50000:50000 -v </a:t>
            </a:r>
            <a:r>
              <a:rPr lang="es-CO" sz="4000" b="1" dirty="0" err="1"/>
              <a:t>jenkins_home</a:t>
            </a:r>
            <a:r>
              <a:rPr lang="es-CO" sz="4000" b="1" dirty="0"/>
              <a:t>:/</a:t>
            </a:r>
            <a:r>
              <a:rPr lang="es-CO" sz="4000" b="1" dirty="0" err="1"/>
              <a:t>var</a:t>
            </a:r>
            <a:r>
              <a:rPr lang="es-CO" sz="4000" b="1" dirty="0"/>
              <a:t>/</a:t>
            </a:r>
            <a:r>
              <a:rPr lang="es-CO" sz="4000" b="1" dirty="0" err="1"/>
              <a:t>jenkins_home</a:t>
            </a:r>
            <a:r>
              <a:rPr lang="es-CO" sz="4000" b="1" dirty="0"/>
              <a:t> </a:t>
            </a:r>
            <a:r>
              <a:rPr lang="es-CO" sz="4000" b="1" dirty="0" err="1"/>
              <a:t>jenkins</a:t>
            </a:r>
            <a:r>
              <a:rPr lang="es-CO" sz="4000" b="1" dirty="0"/>
              <a:t>/</a:t>
            </a:r>
            <a:r>
              <a:rPr lang="es-CO" sz="4000" b="1" dirty="0" err="1"/>
              <a:t>jenkins:lts</a:t>
            </a:r>
            <a:endParaRPr lang="es-CO" sz="4000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B0F5155-08BF-42A0-0896-A17588541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73136"/>
            <a:ext cx="12192000" cy="1699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160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32FCE0-85AE-751D-7AED-0C0F472A5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1DFE12A-CAC9-451D-D2BE-368007C122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42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023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77846F-E752-C3AD-44D0-8E1541D17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 descr="Captura de pantalla de computadora&#10;&#10;El contenido generado por IA puede ser incorrecto.">
            <a:extLst>
              <a:ext uri="{FF2B5EF4-FFF2-40B4-BE49-F238E27FC236}">
                <a16:creationId xmlns:a16="http://schemas.microsoft.com/office/drawing/2014/main" id="{751AE3E6-8C56-9BCA-37C8-AE3725665A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56" b="12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CA7AABEB-EC84-3186-021D-4C7FC315C2D3}"/>
              </a:ext>
            </a:extLst>
          </p:cNvPr>
          <p:cNvSpPr/>
          <p:nvPr/>
        </p:nvSpPr>
        <p:spPr>
          <a:xfrm>
            <a:off x="3393440" y="3799840"/>
            <a:ext cx="2001520" cy="152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9784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BFE305-E2DA-22E5-43AA-1829A43E1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8FD6512-2AE3-A236-591D-A8FF3C8CC8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001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89190-73D5-E876-BE59-B7172E045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1F250EF-C276-7679-4F2F-D3F704EEA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098" y="814022"/>
            <a:ext cx="9335803" cy="5229955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96C7FC76-D0CC-ED24-D0EA-62EE077F5B9C}"/>
              </a:ext>
            </a:extLst>
          </p:cNvPr>
          <p:cNvSpPr/>
          <p:nvPr/>
        </p:nvSpPr>
        <p:spPr>
          <a:xfrm>
            <a:off x="5405120" y="2773680"/>
            <a:ext cx="3576320" cy="258064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49936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506F9D-CA52-1EF5-30DA-5DE52D42B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089790-F4B6-46A7-BB28-7B74A9A9E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191B90-62D1-4718-B891-6A3FC82DD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8666A6E-A2D0-46D6-8679-4ADB2B7CF8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99"/>
          <a:stretch>
            <a:fillRect/>
          </a:stretch>
        </p:blipFill>
        <p:spPr>
          <a:xfrm>
            <a:off x="-1" y="1"/>
            <a:ext cx="12192000" cy="685792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3A1050F-42B7-42F4-9436-314DB03DE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1" y="-1504"/>
            <a:ext cx="4527885" cy="2330553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3D407BF-2834-499F-A121-4FF4919FC7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7C515C8-97E1-406F-BA1C-EB6AD75B0D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8DBBF75-CCF9-41BE-9004-7834D096B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3DEBE2A-7C62-4E08-B6AC-3C744D2B2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B04806E-DE07-4370-8B2D-439E32B3A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6D2FDC8-0ECE-4F3D-BC43-B5B225668F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E79AFB9-7B8D-4C53-9DB3-E5AB8D887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2C94F38-99EB-4C61-AF5E-554B823A5B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8F14535-714F-4FC9-A597-27DDE229D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41883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9B730A-6687-729B-2AA0-A4886D9D0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9CB2933-25B6-6E9D-577B-831B30F629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7" r="727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59427B8-4D04-499B-ADC4-C02F51AE0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6525"/>
            <a:ext cx="12192000" cy="64008"/>
          </a:xfrm>
          <a:prstGeom prst="rect">
            <a:avLst/>
          </a:prstGeom>
          <a:solidFill>
            <a:schemeClr val="tx2">
              <a:lumMod val="50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24758F-AE3C-4CC9-B58A-FF0B12987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3263317" y="3396997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05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620EE-A4F5-7858-A903-AC676501D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30427D2-2B62-1DD5-8D6A-C8A04B6F8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196" y="1198180"/>
            <a:ext cx="9621593" cy="547763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64F3F73-F53D-40DE-74E4-5402A05662C2}"/>
              </a:ext>
            </a:extLst>
          </p:cNvPr>
          <p:cNvSpPr txBox="1"/>
          <p:nvPr/>
        </p:nvSpPr>
        <p:spPr>
          <a:xfrm>
            <a:off x="2201333" y="475734"/>
            <a:ext cx="77673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800" b="1" dirty="0"/>
              <a:t>http://localhost:8080/jenkins_arquitectura</a:t>
            </a:r>
          </a:p>
        </p:txBody>
      </p:sp>
    </p:spTree>
    <p:extLst>
      <p:ext uri="{BB962C8B-B14F-4D97-AF65-F5344CB8AC3E}">
        <p14:creationId xmlns:p14="http://schemas.microsoft.com/office/powerpoint/2010/main" val="4293701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45E927-6420-77A4-FB9A-5DEA46E1D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32ABF9C-FD0A-3016-AF56-4837FF5454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6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897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A3ABAA-A12D-6A6A-CCFD-30CF0E7F3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A5EB207-E399-A7AF-A423-87E9D1B13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16254"/>
            <a:ext cx="10905066" cy="482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397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B45265-99D6-5AF7-CA4D-D90B65C09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37D1B5B-1944-C27A-B611-16F3A94EF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934" y="2398840"/>
            <a:ext cx="4616434" cy="188119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2E9B2EE-76CA-47F3-9977-3F2FCB7FD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739239"/>
            <a:ext cx="0" cy="32004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52EEDA26-1312-9730-6886-6D0DBADA8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33" y="2561481"/>
            <a:ext cx="4644528" cy="155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6410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42</Words>
  <Application>Microsoft Office PowerPoint</Application>
  <PresentationFormat>Panorámica</PresentationFormat>
  <Paragraphs>3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Angel Vargas Narvaez</dc:creator>
  <cp:lastModifiedBy>Luis Angel Vargas Narvaez</cp:lastModifiedBy>
  <cp:revision>1</cp:revision>
  <dcterms:created xsi:type="dcterms:W3CDTF">2025-10-19T23:59:30Z</dcterms:created>
  <dcterms:modified xsi:type="dcterms:W3CDTF">2025-10-20T00:52:11Z</dcterms:modified>
</cp:coreProperties>
</file>