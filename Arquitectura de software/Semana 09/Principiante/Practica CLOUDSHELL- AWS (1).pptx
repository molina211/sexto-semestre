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58" r:id="rId5"/>
    <p:sldId id="259" r:id="rId6"/>
    <p:sldId id="260" r:id="rId7"/>
    <p:sldId id="261" r:id="rId8"/>
    <p:sldId id="269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9" autoAdjust="0"/>
    <p:restoredTop sz="94660"/>
  </p:normalViewPr>
  <p:slideViewPr>
    <p:cSldViewPr snapToGrid="0">
      <p:cViewPr varScale="1">
        <p:scale>
          <a:sx n="65" d="100"/>
          <a:sy n="65" d="100"/>
        </p:scale>
        <p:origin x="7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CEA5E-560D-442D-B4B6-A856D6094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0A7723-9B1F-4452-B28A-4A100C267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6381C2-E7BD-41A9-9D1A-569E29D47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FCCB9-E831-4054-9B28-24C7E4CFDDBD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41CA22-DCE3-44B5-837E-5B50B8882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3266B2-137F-450A-9CD2-5E59B82AD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6430-C385-4426-BB8F-F60B37298F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246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69FCC-7974-4BA6-A538-6E11FD7C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297AEC-9569-4A30-8072-0B2B9A691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D68CD1-9BE7-4A12-BA1E-88431ADFD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FCCB9-E831-4054-9B28-24C7E4CFDDBD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220149-CBF6-4825-AD19-C8B2E4A12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7E3F30-5FE5-4B8F-9528-A3E2B8056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6430-C385-4426-BB8F-F60B37298F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0016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65138-D934-4309-940D-396F655AE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76C276-90EE-4C8A-9893-E1CB9AA62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C95D9A-C720-49C5-A379-937F08ECB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FCCB9-E831-4054-9B28-24C7E4CFDDBD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07622B-1A7B-4100-AB90-8A14240A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CD2D23-D44D-4E2A-8130-51F7F91E8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6430-C385-4426-BB8F-F60B37298F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803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8E689-EA28-4803-9034-E0092E82F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4B382B-25F0-4B72-81BA-FF6C8E909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4A16A7-F3C9-40D3-8DFC-D2B874E20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70584B8-F12F-4093-AA4E-518AF1D99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FCCB9-E831-4054-9B28-24C7E4CFDDBD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75E520-2D94-47F2-8505-30EF2709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CA7A9C-BB6B-43B6-9D84-B9D3D727D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6430-C385-4426-BB8F-F60B37298F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7277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AF8CC-326F-46D5-BC0F-DEF14B6B8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85A79F-5A45-420B-BABF-B162B70B1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2322DB-F683-4C19-B423-335A5A447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45414B3-938B-4BAC-B3CE-EC72FA099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F65E6C9-72DE-4A1E-9D27-BDFE4011A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E69B137-AB46-4F15-82B5-8C100BBF9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FCCB9-E831-4054-9B28-24C7E4CFDDBD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5EF7CA-6D72-4DA1-B34E-A458C3002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3E60E57-B629-440F-B7C3-FB057EF7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6430-C385-4426-BB8F-F60B37298F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851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7D9472-76D1-40A1-8BCE-1734F17A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0CF199-B3EB-4E7D-A08B-D8F9CB918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FCCB9-E831-4054-9B28-24C7E4CFDDBD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A5B5D93-04A0-4369-8857-520FF3B8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876704-BA01-44B5-BB04-C50A47AE8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6430-C385-4426-BB8F-F60B37298F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1193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F8CCBC0-9857-4B20-9440-D84A8A63F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FCCB9-E831-4054-9B28-24C7E4CFDDBD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7E5DEF-5770-4D19-B144-971E2E785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5B10BB-E050-4E79-9DCF-2966B9483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6430-C385-4426-BB8F-F60B37298F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391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44A13-3266-4F14-AA54-DF20601F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E46DDA-5F21-4A0E-8E53-9FF8FF338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02D1141-C9A5-4B51-9F81-1BA6E906D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85DE05-631B-4EBC-8FC9-6913CC85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FCCB9-E831-4054-9B28-24C7E4CFDDBD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FAC2F7-FEE1-4E48-913A-DABC70B4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9DD7EC-359A-4066-A521-F97A2F7A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6430-C385-4426-BB8F-F60B37298F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0235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E59340-9F99-43B1-BBC2-444F86740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2285FCD-2532-47E5-AE7D-7FF54804F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03B8A9-E1BC-4442-A769-A6B8C344B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0F341D-4CF0-4F15-A3DA-D8932A2B5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FCCB9-E831-4054-9B28-24C7E4CFDDBD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D2A573-9344-4C06-AE9E-3B530E1CE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ECF743-CD4E-4D3D-8966-3B70042F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6430-C385-4426-BB8F-F60B37298F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288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DA4BB-05F8-4221-84D4-F5F1D35C7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81954B-3FC1-4787-B3CC-8BE694D9E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28831D-CB99-4C03-8D40-D5DD1002F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FCCB9-E831-4054-9B28-24C7E4CFDDBD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04E4BD-18E7-485E-8814-BE103C530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9C4939-7CC5-4C0F-A61C-923E1A87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6430-C385-4426-BB8F-F60B37298F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467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1FDECA-8B6C-43CB-AEB4-7012E11D0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ECF27F-89E0-4C08-8CCA-F49DBBD06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C000E3-5B79-4067-8D66-5BA9F1ABB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FCCB9-E831-4054-9B28-24C7E4CFDDBD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A81A0B-2696-4DB6-9627-A0B99E63F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67F08C-0B93-484D-BC7A-D74CF84B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6430-C385-4426-BB8F-F60B37298F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9153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5915078-61E0-47F0-B1B6-8CF7FFA07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CCEE4E-241B-4EF9-8B1D-957F0D74F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57385E-6A1C-4D75-8FA3-8DB88BAEF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FCCB9-E831-4054-9B28-24C7E4CFDDBD}" type="datetimeFigureOut">
              <a:rPr lang="es-CO" smtClean="0"/>
              <a:t>28/08/2023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2568C6-68DA-4844-93D0-C4A2570E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237B34-EAA3-4564-8C89-1D6DEE1B5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46430-C385-4426-BB8F-F60B37298F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5905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9506071-2162-44ED-A7A6-E424C03F71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507"/>
          <a:stretch/>
        </p:blipFill>
        <p:spPr>
          <a:xfrm>
            <a:off x="0" y="1301057"/>
            <a:ext cx="12192000" cy="477527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DD19345-C4A9-4CF9-85A6-8CA6EE054E19}"/>
              </a:ext>
            </a:extLst>
          </p:cNvPr>
          <p:cNvSpPr txBox="1"/>
          <p:nvPr/>
        </p:nvSpPr>
        <p:spPr>
          <a:xfrm>
            <a:off x="2256503" y="309716"/>
            <a:ext cx="7182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/>
              <a:t>Usar el servicio </a:t>
            </a:r>
            <a:r>
              <a:rPr lang="es-MX" sz="3200" b="1" dirty="0">
                <a:highlight>
                  <a:srgbClr val="FFFF00"/>
                </a:highlight>
              </a:rPr>
              <a:t>CLOUDSHELL</a:t>
            </a:r>
            <a:endParaRPr lang="es-CO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59030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41ABA33-6B98-4DFD-87A7-913A581EB6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931" b="5625"/>
          <a:stretch/>
        </p:blipFill>
        <p:spPr>
          <a:xfrm>
            <a:off x="0" y="0"/>
            <a:ext cx="12192000" cy="656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33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9201032-3A7D-4EFA-9F13-773D8F6618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931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58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2EF32D4-EFCB-4F6B-9533-0EB1D10368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477" r="40000" b="13343"/>
          <a:stretch/>
        </p:blipFill>
        <p:spPr>
          <a:xfrm>
            <a:off x="0" y="0"/>
            <a:ext cx="12192000" cy="720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98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D59B0FD-36B5-488C-B392-0CFC439721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85" r="30202" b="8803"/>
          <a:stretch/>
        </p:blipFill>
        <p:spPr>
          <a:xfrm>
            <a:off x="0" y="0"/>
            <a:ext cx="12255156" cy="709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78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5515B94-7246-480C-AD16-14694C6E24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931"/>
          <a:stretch/>
        </p:blipFill>
        <p:spPr>
          <a:xfrm>
            <a:off x="0" y="368710"/>
            <a:ext cx="12192000" cy="552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34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093E662-174E-4E13-8EA5-034B22CCE3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85"/>
          <a:stretch/>
        </p:blipFill>
        <p:spPr>
          <a:xfrm>
            <a:off x="0" y="516193"/>
            <a:ext cx="12192000" cy="549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12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895BDD8-162E-445A-BCCD-2E13A8C50C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63" t="21741" r="22097" b="17883"/>
          <a:stretch/>
        </p:blipFill>
        <p:spPr>
          <a:xfrm>
            <a:off x="29562" y="279913"/>
            <a:ext cx="8377633" cy="48976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4CE1C93-440B-4C0E-BBBD-9D06AB469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419" y="581946"/>
            <a:ext cx="3181350" cy="52959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539BFBA-7418-43B8-A2A9-CD77C30905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8833"/>
          <a:stretch/>
        </p:blipFill>
        <p:spPr>
          <a:xfrm>
            <a:off x="2958895" y="5387923"/>
            <a:ext cx="5448300" cy="9798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9901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</Words>
  <Application>Microsoft Office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Angel Vargas Narvaez</dc:creator>
  <cp:lastModifiedBy>Luis Angel Vargas Narvaez</cp:lastModifiedBy>
  <cp:revision>4</cp:revision>
  <dcterms:created xsi:type="dcterms:W3CDTF">2023-08-29T03:09:41Z</dcterms:created>
  <dcterms:modified xsi:type="dcterms:W3CDTF">2023-08-29T03:40:48Z</dcterms:modified>
</cp:coreProperties>
</file>