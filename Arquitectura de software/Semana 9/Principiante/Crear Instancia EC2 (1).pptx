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657C7-7603-4AD1-9845-1334E7994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6D0363-9412-44E7-9111-EACE1B2D3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E37947-FCA0-4603-BA67-FC8401F1A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300366-861F-4A66-8680-65231E8B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1E7848-4FC8-4375-AD23-BC96E686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7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37977-1E70-48BE-9470-3DB7075A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F893D7-10A4-439B-8D51-E3A38714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CCFA9A-A1DA-46A7-A318-20D00365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C8592E-CF37-4F80-A5BF-12F25B6A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1632B2-EFC8-4AB8-BA57-C7A3FEAB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081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1BC72-A522-428B-B239-4F2D4166C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5B86BA-407C-45C2-B5B9-BAF226588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5A2886-1060-4E2C-B4F1-5D756573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180B1A-1CBF-47FF-A5F2-C9E2A6CE3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CB5352-4176-4B84-B95E-9F366191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3581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677C8-4F3E-4514-ADA3-61DF590E9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2640F1-9392-4743-8191-B5CA72841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0836E3-6CD4-4252-94DA-0E6E0BF97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009BBC-6459-422E-A04F-FAF29D708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A5EE45-A75F-4E3E-BEB8-539B5B2EF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3540B6-CFDE-41CF-880D-A963B61C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8361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965A9-7A72-4F63-B6C2-398F5E176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514CFB-2744-406C-BF37-9F2A46872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01A174-2F2B-441A-BAF1-40E965CF3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FCE6FD6-05F3-4520-BFF9-A21EC83C1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51AC31-021E-48A0-8874-F0FB13131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40600C2-2762-4CAD-A111-3F26D9A99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CBA176-2B1F-4B70-9F28-508A6F09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B7C2496-A2F1-475A-BA45-EC7D7828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937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48A01-04F0-48A9-8CE2-E7F7792B5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E450D09-24CF-469F-BA52-9AEF878E0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175F87-00B7-46B6-BED1-F0ACFC03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22F83C-0082-4D98-952C-22C6F2F96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227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76F2294-2AF3-4CA6-9250-753F7AE2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17D3D1-C6F8-4555-A5E6-15E7A47EA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780C2D-CEF8-456E-A9AE-028B7BEE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384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5D64B-6608-48D5-8CF1-F7288C37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1A9496-7B80-4D4F-8078-F0F57284C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BA74BC-561F-4A8C-9A05-E60B286C9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391A65-F88D-434C-B654-02ED56C93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6AB65D-111C-4F09-BF0D-5CCD7FA8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F5B17F-381E-4B0E-AC8D-C9FAB795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3045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2BE93-9F22-40D3-BBAC-47F2CE46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A0129E3-A2E6-4254-9496-0BABD9135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758CF12-81F7-4C22-8EFD-6B899281C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E2232E-2A3A-4BC9-BCB1-26F22DCF2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932B86-E764-4F40-9DCB-BB16266A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7334A0-081E-4428-8E40-20CE3F98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74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330BA-F1DB-407B-9539-03B0DBBE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623F71-4DAB-416B-9371-18C3349BF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351B07-F88A-4D24-8F11-7E51F3EB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900175-A361-4BFC-84A5-E160886DF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1D97DE-9CF2-4DF7-BCCA-3DED17E0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519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2C0BD9-EEDA-4258-9DC2-390E94037A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C3E686-3B54-4D6F-974E-6E8746C42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C1D25C-7EE5-4FAD-9130-B9D87430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E76288-9651-4566-B4CF-78B577A9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7B1002-74A2-4657-B3F6-3D41A6C5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9935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856A33-4BF9-4F25-8804-9C163429A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DC50C9-AE1C-473E-A9C9-4B56F416A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4400C8-CB52-4134-B7DD-0A646E986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C3FE9-BC5F-400F-8E56-3A6AD43AFB64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E30256-572D-42D3-B793-741256069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B28FF4-94BC-4940-AF13-30DA0E210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971A0-D8A6-4CA2-914B-2C2C44DB30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866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940CED4-8F37-4F85-B566-4C73FE8B8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67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E24B3E-5091-4A35-B695-5D3A64B15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067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B8DF33E-1E9B-496F-89AA-E3A2A700A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232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3B46585-FBEE-4E04-9A2F-017F47C8A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622246A-1BDC-4482-8256-38E9050F7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272" y="3735042"/>
            <a:ext cx="3181350" cy="819150"/>
          </a:xfrm>
          <a:prstGeom prst="rect">
            <a:avLst/>
          </a:prstGeom>
        </p:spPr>
      </p:pic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FA97B5EB-3FB8-44B6-9FB8-AE71EB2A4F92}"/>
              </a:ext>
            </a:extLst>
          </p:cNvPr>
          <p:cNvSpPr/>
          <p:nvPr/>
        </p:nvSpPr>
        <p:spPr>
          <a:xfrm rot="18189559">
            <a:off x="8799443" y="4916557"/>
            <a:ext cx="1113183" cy="5963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506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85F4C6C-1F3A-450C-9991-41B3DE715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2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651B0E-33AA-4518-99C6-C56EBB976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11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EFB510-648A-403C-B169-0E3F433AB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646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EAD872E-A0C3-4661-9207-7CFA119A8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71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B10B13-7613-4AEF-A4AD-6B18CDD77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26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A546AFB-9A5D-4529-A8A4-3161E6424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35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82135AE-9BEE-4944-AA1C-78D45491A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7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BE42D3-41A7-4818-ACF1-6B906CDF4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11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BE67D78-B1BA-4D93-9653-C4F72E559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871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BE0DDF-54A1-45A0-B084-19D78600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3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Panorámica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HP</cp:lastModifiedBy>
  <cp:revision>5</cp:revision>
  <dcterms:created xsi:type="dcterms:W3CDTF">2023-09-19T22:48:57Z</dcterms:created>
  <dcterms:modified xsi:type="dcterms:W3CDTF">2023-09-19T23:40:38Z</dcterms:modified>
</cp:coreProperties>
</file>