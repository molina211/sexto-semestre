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7" r:id="rId42"/>
    <p:sldId id="296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F10A0-3114-43AC-9DD7-EB2BEFB2A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59C8DE-C9AE-46FD-83B5-1F1AC87B5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52FA3B-8F6E-48D8-9D7D-DF5E558C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1588B-CF39-44BA-8032-EB5D8CEB6202}" type="datetimeFigureOut">
              <a:rPr lang="es-CO" smtClean="0"/>
              <a:t>10/10/2023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31C5CC-116F-42AA-8262-8B49A691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401DCF-0600-46F0-98B5-4FC372CEE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35BB-D017-47B5-A216-BBDC3B58EE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510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67CCB-DDE2-4A02-B89B-529CC560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8E6AA9-42B9-4D12-934B-0F1164C29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EB79CF-25E3-4123-8E08-B5241AD0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1588B-CF39-44BA-8032-EB5D8CEB6202}" type="datetimeFigureOut">
              <a:rPr lang="es-CO" smtClean="0"/>
              <a:t>10/10/2023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97E3FD-078B-481A-BC3E-DCAA53FD2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4B490A-053F-4399-9E7A-71CB854D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35BB-D017-47B5-A216-BBDC3B58EE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2007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D4A3D-C80A-49EE-AEF1-467C58ADC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76687C-7614-4A20-8F7A-A253CA58A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63CDA0-8788-4454-A1C4-DAEE2E37C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1588B-CF39-44BA-8032-EB5D8CEB6202}" type="datetimeFigureOut">
              <a:rPr lang="es-CO" smtClean="0"/>
              <a:t>10/10/2023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8740A3-2D84-48D1-95DB-653DC7767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960EEE-81A6-4A92-8112-56D6E97FB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35BB-D017-47B5-A216-BBDC3B58EE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4552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180F7-0F9A-4E82-966B-70B588BA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046615-C6E3-451F-857E-64EB4C810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2D0630-38DC-42E5-8A39-A4B5E8A77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CFB574-E942-4724-8136-93E2556E2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1588B-CF39-44BA-8032-EB5D8CEB6202}" type="datetimeFigureOut">
              <a:rPr lang="es-CO" smtClean="0"/>
              <a:t>10/10/2023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EF8757-3F51-455A-8215-0818FF8D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D1EEC8-0403-410C-BCC6-2EEBDFCC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35BB-D017-47B5-A216-BBDC3B58EE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1062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31A21D-F922-42E8-8185-ED562D415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78DE99-6710-4A08-8BDA-3760CC2A5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E29A25-466E-4B4F-AA9C-54C4288B8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48D05D-2FDF-4F57-ADFE-91FB72F24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D1A68E-0D61-4F82-B0AD-CF0FF719A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9DEFF1D-08A1-49D3-8903-1CB9D4E71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1588B-CF39-44BA-8032-EB5D8CEB6202}" type="datetimeFigureOut">
              <a:rPr lang="es-CO" smtClean="0"/>
              <a:t>10/10/2023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4F7633C-B40E-4A7F-BF36-D068B65B9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BA237A5-9B38-4052-A307-89AA0AD03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35BB-D017-47B5-A216-BBDC3B58EE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6254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51091-2F20-4C00-9D49-F210397FF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44E203B-A6B2-461B-BAB0-2C77AC71E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1588B-CF39-44BA-8032-EB5D8CEB6202}" type="datetimeFigureOut">
              <a:rPr lang="es-CO" smtClean="0"/>
              <a:t>10/10/2023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FD61E7-B481-4178-B858-8A2F685B5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BB620FC-EB2A-4577-8807-6EB32CFEA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35BB-D017-47B5-A216-BBDC3B58EE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1905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1F9BE3C-B28D-414A-8716-D560901C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1588B-CF39-44BA-8032-EB5D8CEB6202}" type="datetimeFigureOut">
              <a:rPr lang="es-CO" smtClean="0"/>
              <a:t>10/10/2023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61BDA2-DC3E-4567-BCE9-E43B8A84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F22A00-0182-4470-AF37-9756E2DD0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35BB-D017-47B5-A216-BBDC3B58EE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3728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35AF1-3009-4D3D-8CF1-05943EBA8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8C894B-6654-429E-A6E3-F7EC0BA89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1939DB-DA5A-4A84-B79F-9C78B6F0E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CE7CFE-7113-4D02-9068-972097C67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1588B-CF39-44BA-8032-EB5D8CEB6202}" type="datetimeFigureOut">
              <a:rPr lang="es-CO" smtClean="0"/>
              <a:t>10/10/2023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260C18-9028-4CA7-82E9-72EC0DDCE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7AB765-3210-469A-872E-FCDE0CA39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35BB-D017-47B5-A216-BBDC3B58EE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0825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ABB8-A9E7-46B5-8694-1F5B84866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138D2C-264E-4955-9373-F3AE0E1509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10C307-9D0C-4009-856C-5053375D8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FA7223-E848-4C5C-BC7B-7608ACDC2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1588B-CF39-44BA-8032-EB5D8CEB6202}" type="datetimeFigureOut">
              <a:rPr lang="es-CO" smtClean="0"/>
              <a:t>10/10/2023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305FA3-2DFF-4550-9842-FBF4463AF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1771CD-30E5-4B3C-86A6-C9AB648E9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35BB-D017-47B5-A216-BBDC3B58EE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20587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D4B98-9684-46C5-849B-2E5C24F3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E9A667-7C0A-449A-9560-133D7E511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F412B7-2EBA-4A28-8B51-A09868919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1588B-CF39-44BA-8032-EB5D8CEB6202}" type="datetimeFigureOut">
              <a:rPr lang="es-CO" smtClean="0"/>
              <a:t>10/10/2023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70F896-2016-48F4-8A0F-A62A6757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72572A-A8DC-4214-902C-27264DAD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35BB-D017-47B5-A216-BBDC3B58EE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6622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76C141-8988-4F2C-AAD8-833FD21BC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6A1C27-D5C5-41D0-A21F-A73C0ED0D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EAA748-3691-443C-84EE-23DB8F296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1588B-CF39-44BA-8032-EB5D8CEB6202}" type="datetimeFigureOut">
              <a:rPr lang="es-CO" smtClean="0"/>
              <a:t>10/10/2023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BE1501-3C8A-4B96-99CF-874350376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537166-BE04-4592-A5E8-04B99F447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35BB-D017-47B5-A216-BBDC3B58EE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077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B788906-90AE-442C-B559-01003EB95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EFD706-8849-40FB-9F69-471451CC1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493FD2-0286-4A38-9C7B-4D1E29807C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1588B-CF39-44BA-8032-EB5D8CEB6202}" type="datetimeFigureOut">
              <a:rPr lang="es-CO" smtClean="0"/>
              <a:t>10/10/2023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C9F930-EB64-4147-897C-91771EE04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487F28-0433-45F7-9070-F1831B16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835BB-D017-47B5-A216-BBDC3B58EE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8809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3EAC21E-BA3C-4B92-AF66-421BACB34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22EC995-E80B-4248-AA42-74562762A25C}"/>
              </a:ext>
            </a:extLst>
          </p:cNvPr>
          <p:cNvSpPr/>
          <p:nvPr/>
        </p:nvSpPr>
        <p:spPr>
          <a:xfrm>
            <a:off x="4002157" y="2955235"/>
            <a:ext cx="6109252" cy="914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216FDCB-7167-4593-A557-A3BD61FB714B}"/>
              </a:ext>
            </a:extLst>
          </p:cNvPr>
          <p:cNvSpPr txBox="1"/>
          <p:nvPr/>
        </p:nvSpPr>
        <p:spPr>
          <a:xfrm>
            <a:off x="172278" y="2266122"/>
            <a:ext cx="1258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Elegir</a:t>
            </a:r>
          </a:p>
          <a:p>
            <a:r>
              <a:rPr lang="es-MX" b="1" dirty="0">
                <a:solidFill>
                  <a:srgbClr val="FF0000"/>
                </a:solidFill>
              </a:rPr>
              <a:t>Servicio</a:t>
            </a:r>
          </a:p>
          <a:p>
            <a:r>
              <a:rPr lang="es-MX" b="1" dirty="0">
                <a:solidFill>
                  <a:srgbClr val="FF0000"/>
                </a:solidFill>
              </a:rPr>
              <a:t>S3</a:t>
            </a:r>
            <a:endParaRPr lang="es-CO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777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6E7E417-F6E8-4B12-98CE-1C621A186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E670710-E1DE-49B9-9846-1DD860A88E8E}"/>
              </a:ext>
            </a:extLst>
          </p:cNvPr>
          <p:cNvSpPr/>
          <p:nvPr/>
        </p:nvSpPr>
        <p:spPr>
          <a:xfrm>
            <a:off x="808383" y="3723861"/>
            <a:ext cx="7513982" cy="19480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F6AB859-9C1A-4DCF-A266-5228CB8E126F}"/>
              </a:ext>
            </a:extLst>
          </p:cNvPr>
          <p:cNvSpPr txBox="1"/>
          <p:nvPr/>
        </p:nvSpPr>
        <p:spPr>
          <a:xfrm>
            <a:off x="7593495" y="1804961"/>
            <a:ext cx="181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Creación de </a:t>
            </a:r>
            <a:r>
              <a:rPr lang="es-MX" b="1" dirty="0" err="1">
                <a:solidFill>
                  <a:srgbClr val="FF0000"/>
                </a:solidFill>
              </a:rPr>
              <a:t>Bucket</a:t>
            </a:r>
            <a:endParaRPr lang="es-CO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987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8BCF593-9C60-4EBA-885D-D5AD1443D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8BAC134-0E30-45D5-ACCE-E845DA5BFD63}"/>
              </a:ext>
            </a:extLst>
          </p:cNvPr>
          <p:cNvSpPr/>
          <p:nvPr/>
        </p:nvSpPr>
        <p:spPr>
          <a:xfrm>
            <a:off x="808383" y="3723861"/>
            <a:ext cx="7513982" cy="19480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1CCDDE7-D4F4-4C81-8E8C-4819CC8D67F9}"/>
              </a:ext>
            </a:extLst>
          </p:cNvPr>
          <p:cNvSpPr txBox="1"/>
          <p:nvPr/>
        </p:nvSpPr>
        <p:spPr>
          <a:xfrm>
            <a:off x="7513983" y="1908313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Elección de Región</a:t>
            </a:r>
            <a:endParaRPr lang="es-CO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50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3D93D5D-76F2-498A-8FD5-0A16E14D5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CEF6F3E-468E-44D3-B696-BDE568D72CD2}"/>
              </a:ext>
            </a:extLst>
          </p:cNvPr>
          <p:cNvSpPr txBox="1"/>
          <p:nvPr/>
        </p:nvSpPr>
        <p:spPr>
          <a:xfrm>
            <a:off x="8865704" y="2305879"/>
            <a:ext cx="1258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Habilitar el cifrado</a:t>
            </a:r>
            <a:endParaRPr lang="es-CO" b="1" dirty="0">
              <a:solidFill>
                <a:srgbClr val="FF0000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3E11CF0-CD67-4E03-8D39-1973420A2616}"/>
              </a:ext>
            </a:extLst>
          </p:cNvPr>
          <p:cNvSpPr/>
          <p:nvPr/>
        </p:nvSpPr>
        <p:spPr>
          <a:xfrm>
            <a:off x="715617" y="1749287"/>
            <a:ext cx="7593496" cy="34323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1284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EFE457-EEE4-4473-B604-A546790ED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2F26846-AB05-4420-B2CC-2E72193B26F6}"/>
              </a:ext>
            </a:extLst>
          </p:cNvPr>
          <p:cNvSpPr txBox="1"/>
          <p:nvPr/>
        </p:nvSpPr>
        <p:spPr>
          <a:xfrm>
            <a:off x="9037982" y="2080592"/>
            <a:ext cx="1258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Bloque de adjuntos u objetos</a:t>
            </a:r>
            <a:endParaRPr lang="es-CO" b="1" dirty="0">
              <a:solidFill>
                <a:srgbClr val="FF0000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D549DD4-BA94-4EA7-919C-AA98292051C1}"/>
              </a:ext>
            </a:extLst>
          </p:cNvPr>
          <p:cNvSpPr/>
          <p:nvPr/>
        </p:nvSpPr>
        <p:spPr>
          <a:xfrm>
            <a:off x="795130" y="1775791"/>
            <a:ext cx="7659757" cy="33130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92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5361920-1A30-4ED7-94E7-2888D5D75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85C980B-FF33-4031-9329-D45E680B6C6A}"/>
              </a:ext>
            </a:extLst>
          </p:cNvPr>
          <p:cNvSpPr/>
          <p:nvPr/>
        </p:nvSpPr>
        <p:spPr>
          <a:xfrm>
            <a:off x="662609" y="4956313"/>
            <a:ext cx="10959548" cy="12457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6E4D680-2716-48EC-B409-ABF6A68661F8}"/>
              </a:ext>
            </a:extLst>
          </p:cNvPr>
          <p:cNvSpPr txBox="1"/>
          <p:nvPr/>
        </p:nvSpPr>
        <p:spPr>
          <a:xfrm>
            <a:off x="5804451" y="2461592"/>
            <a:ext cx="3644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Servicio arriba sin costo</a:t>
            </a:r>
            <a:endParaRPr lang="es-CO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742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CD8C744-5D84-4639-AE04-C4828069A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3ADA271-2865-4711-81F0-BB6988F42CBD}"/>
              </a:ext>
            </a:extLst>
          </p:cNvPr>
          <p:cNvSpPr/>
          <p:nvPr/>
        </p:nvSpPr>
        <p:spPr>
          <a:xfrm>
            <a:off x="609600" y="1775791"/>
            <a:ext cx="10933043" cy="45587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9011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DD41C6A-DADA-49B8-BD2B-1DD54235E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755C502-E2D5-4AE2-8488-AEFB98153324}"/>
              </a:ext>
            </a:extLst>
          </p:cNvPr>
          <p:cNvSpPr/>
          <p:nvPr/>
        </p:nvSpPr>
        <p:spPr>
          <a:xfrm>
            <a:off x="516835" y="1828800"/>
            <a:ext cx="10734261" cy="418768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42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21907DB-29D1-4F58-93D8-06E37B615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2259C7BF-7F11-44A7-921F-4A83D73F782A}"/>
              </a:ext>
            </a:extLst>
          </p:cNvPr>
          <p:cNvSpPr/>
          <p:nvPr/>
        </p:nvSpPr>
        <p:spPr>
          <a:xfrm>
            <a:off x="516835" y="1828800"/>
            <a:ext cx="10734261" cy="418768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691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2C68A4-5309-40AD-BD90-8E9A4A9C5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466996B-C26E-4C11-86E0-089A8D8D57CB}"/>
              </a:ext>
            </a:extLst>
          </p:cNvPr>
          <p:cNvSpPr/>
          <p:nvPr/>
        </p:nvSpPr>
        <p:spPr>
          <a:xfrm>
            <a:off x="516835" y="5367130"/>
            <a:ext cx="10734261" cy="914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9444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2CA0E33-D7A9-488A-B9BA-E410DD33A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E29E14F-EB4C-4F9D-B413-B6ADEC8DE55D}"/>
              </a:ext>
            </a:extLst>
          </p:cNvPr>
          <p:cNvSpPr/>
          <p:nvPr/>
        </p:nvSpPr>
        <p:spPr>
          <a:xfrm>
            <a:off x="0" y="1166191"/>
            <a:ext cx="11979965" cy="176254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7349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66DCF9-EB76-4EAB-BEB2-3AF44A842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FA0FC57-B29F-423F-8ECC-A791AF815E20}"/>
              </a:ext>
            </a:extLst>
          </p:cNvPr>
          <p:cNvSpPr/>
          <p:nvPr/>
        </p:nvSpPr>
        <p:spPr>
          <a:xfrm>
            <a:off x="357808" y="1577010"/>
            <a:ext cx="11502888" cy="367085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1713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73A8A66-40B8-41A6-B8F0-4EF05AC7A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F9C7777-08D1-4DD8-AD96-812D4C1E0794}"/>
              </a:ext>
            </a:extLst>
          </p:cNvPr>
          <p:cNvSpPr/>
          <p:nvPr/>
        </p:nvSpPr>
        <p:spPr>
          <a:xfrm>
            <a:off x="516835" y="2796210"/>
            <a:ext cx="10933043" cy="355158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9222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0AF613-0AD5-41D1-8EC7-6A4715F3F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33A975F-901F-417A-9E70-6B6DCB18B0F9}"/>
              </a:ext>
            </a:extLst>
          </p:cNvPr>
          <p:cNvSpPr/>
          <p:nvPr/>
        </p:nvSpPr>
        <p:spPr>
          <a:xfrm>
            <a:off x="357809" y="516834"/>
            <a:ext cx="10734261" cy="34455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0489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A16486-E4DD-4A0D-BAE5-33AD5B2B4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B8EE975-27B4-4D0D-B750-1534A7FE898A}"/>
              </a:ext>
            </a:extLst>
          </p:cNvPr>
          <p:cNvSpPr/>
          <p:nvPr/>
        </p:nvSpPr>
        <p:spPr>
          <a:xfrm>
            <a:off x="2610680" y="1696279"/>
            <a:ext cx="8733182" cy="418768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4700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762E350-547C-4907-B102-BD9495EF1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0B3A3C0-EA81-4023-B1BE-AE89DFD4BC4C}"/>
              </a:ext>
            </a:extLst>
          </p:cNvPr>
          <p:cNvSpPr/>
          <p:nvPr/>
        </p:nvSpPr>
        <p:spPr>
          <a:xfrm>
            <a:off x="2650435" y="1497496"/>
            <a:ext cx="8812695" cy="463826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9681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FD3B1A1-711E-4C4E-886C-22CB8AFDE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F88913A-BA13-4ADC-B8F7-AC4773417FCD}"/>
              </a:ext>
            </a:extLst>
          </p:cNvPr>
          <p:cNvSpPr/>
          <p:nvPr/>
        </p:nvSpPr>
        <p:spPr>
          <a:xfrm>
            <a:off x="2637183" y="1630018"/>
            <a:ext cx="9329531" cy="446598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0039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857EFE4-27E2-452C-B5CE-FFE03A044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7DB88BE-1D6C-4712-AFA0-BC1F5792A7E4}"/>
              </a:ext>
            </a:extLst>
          </p:cNvPr>
          <p:cNvSpPr/>
          <p:nvPr/>
        </p:nvSpPr>
        <p:spPr>
          <a:xfrm>
            <a:off x="371061" y="1524000"/>
            <a:ext cx="8017565" cy="459850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8725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512AA5-717A-42A1-85EB-A10A8AB6A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B503718-39B8-4D12-B623-64279FB65290}"/>
              </a:ext>
            </a:extLst>
          </p:cNvPr>
          <p:cNvSpPr/>
          <p:nvPr/>
        </p:nvSpPr>
        <p:spPr>
          <a:xfrm>
            <a:off x="516836" y="3021496"/>
            <a:ext cx="7328452" cy="205408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1702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DE5E317-EEC3-48C4-9275-84011ED70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4F72EA6-13D5-488E-8A08-B166D46D2450}"/>
              </a:ext>
            </a:extLst>
          </p:cNvPr>
          <p:cNvSpPr/>
          <p:nvPr/>
        </p:nvSpPr>
        <p:spPr>
          <a:xfrm>
            <a:off x="344557" y="1457739"/>
            <a:ext cx="11595652" cy="447923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1772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7CFB60F-0D0B-45B5-95FB-BFD445114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038016B-0287-4246-B0A7-485EF5E409A5}"/>
              </a:ext>
            </a:extLst>
          </p:cNvPr>
          <p:cNvSpPr/>
          <p:nvPr/>
        </p:nvSpPr>
        <p:spPr>
          <a:xfrm>
            <a:off x="410818" y="1537252"/>
            <a:ext cx="11237843" cy="496956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3118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DC9642-C9DA-470B-BBB8-20CCAA860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EDD9CDD-EBA9-4F5E-BBEF-275EB0941BE0}"/>
              </a:ext>
            </a:extLst>
          </p:cNvPr>
          <p:cNvSpPr/>
          <p:nvPr/>
        </p:nvSpPr>
        <p:spPr>
          <a:xfrm>
            <a:off x="384313" y="1510748"/>
            <a:ext cx="11661913" cy="478403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3963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9BFC4A8-9256-4DD2-BE37-EDC96EBD9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09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3B9E8E-29A3-4DC1-BEAF-2501BC9FA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F0A8CF9-8CA3-4E8F-9008-35AD7ECF4D21}"/>
              </a:ext>
            </a:extLst>
          </p:cNvPr>
          <p:cNvSpPr/>
          <p:nvPr/>
        </p:nvSpPr>
        <p:spPr>
          <a:xfrm>
            <a:off x="516836" y="1828800"/>
            <a:ext cx="7620000" cy="40154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4549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D490A31-4C10-4B1C-A755-2CA37C9E9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FEC1080-E0C3-46C0-A8CC-A27E014130D3}"/>
              </a:ext>
            </a:extLst>
          </p:cNvPr>
          <p:cNvSpPr/>
          <p:nvPr/>
        </p:nvSpPr>
        <p:spPr>
          <a:xfrm>
            <a:off x="3021496" y="1828800"/>
            <a:ext cx="6559826" cy="418768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9879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2C4BDB-0EE0-4551-A56E-8A6CE8DDC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93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744DA12-2394-41FF-8BFA-26D0CE167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FC14345-7EC5-4960-9D41-F98BB0FA6B7E}"/>
              </a:ext>
            </a:extLst>
          </p:cNvPr>
          <p:cNvSpPr txBox="1"/>
          <p:nvPr/>
        </p:nvSpPr>
        <p:spPr>
          <a:xfrm>
            <a:off x="901148" y="4439477"/>
            <a:ext cx="5724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solidFill>
                  <a:srgbClr val="FF0000"/>
                </a:solidFill>
              </a:rPr>
              <a:t>Editar la política de </a:t>
            </a:r>
            <a:r>
              <a:rPr lang="es-MX" sz="3600" b="1" dirty="0" err="1">
                <a:solidFill>
                  <a:srgbClr val="FF0000"/>
                </a:solidFill>
              </a:rPr>
              <a:t>Bucket</a:t>
            </a:r>
            <a:endParaRPr lang="es-CO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718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4C49283-1BC3-437E-B334-EE1C93A4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A11F7F1-4541-498C-8286-99EA63BC6EBB}"/>
              </a:ext>
            </a:extLst>
          </p:cNvPr>
          <p:cNvSpPr txBox="1"/>
          <p:nvPr/>
        </p:nvSpPr>
        <p:spPr>
          <a:xfrm>
            <a:off x="4996070" y="1523999"/>
            <a:ext cx="5724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rgbClr val="FF0000"/>
                </a:solidFill>
              </a:rPr>
              <a:t>Generador de políticas</a:t>
            </a:r>
            <a:endParaRPr lang="es-CO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1881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9EC5C43-04FC-4A4B-8FDF-EEE4922AA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B22E6CF-ADB4-476D-8615-2CDEF324BE5E}"/>
              </a:ext>
            </a:extLst>
          </p:cNvPr>
          <p:cNvSpPr txBox="1"/>
          <p:nvPr/>
        </p:nvSpPr>
        <p:spPr>
          <a:xfrm>
            <a:off x="6639339" y="550051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/>
              <a:t>arn:aws:s3:::electiva-practica-</a:t>
            </a:r>
            <a:r>
              <a:rPr lang="es-CO" sz="2400" b="1" dirty="0" err="1"/>
              <a:t>corhuila</a:t>
            </a:r>
            <a:r>
              <a:rPr lang="es-CO" sz="2400" b="1" dirty="0"/>
              <a:t>/*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173D90C-222D-4AA0-8C24-EB43C1BD9C60}"/>
              </a:ext>
            </a:extLst>
          </p:cNvPr>
          <p:cNvSpPr/>
          <p:nvPr/>
        </p:nvSpPr>
        <p:spPr>
          <a:xfrm rot="1614408">
            <a:off x="5798912" y="5097407"/>
            <a:ext cx="755374" cy="5565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1292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E6E62E3-81DD-4850-BE6D-126A5A8FC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B7EA250-ADA5-4F00-BC62-F9AADF75C647}"/>
              </a:ext>
            </a:extLst>
          </p:cNvPr>
          <p:cNvSpPr/>
          <p:nvPr/>
        </p:nvSpPr>
        <p:spPr>
          <a:xfrm>
            <a:off x="3962400" y="4717774"/>
            <a:ext cx="1722783" cy="7023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99809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E2F885-80F3-4F28-BCFC-697AA8091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058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768B6B4-E2F9-4BFC-8CE3-7F1A347B2825}"/>
              </a:ext>
            </a:extLst>
          </p:cNvPr>
          <p:cNvSpPr txBox="1"/>
          <p:nvPr/>
        </p:nvSpPr>
        <p:spPr>
          <a:xfrm>
            <a:off x="1099929" y="151179"/>
            <a:ext cx="10270435" cy="6555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s-CO" sz="2800" b="1" dirty="0"/>
              <a:t>{</a:t>
            </a:r>
          </a:p>
          <a:p>
            <a:r>
              <a:rPr lang="es-CO" sz="2800" b="1" dirty="0"/>
              <a:t>  "Id": "Policy1696963516605",</a:t>
            </a:r>
          </a:p>
          <a:p>
            <a:r>
              <a:rPr lang="es-CO" sz="2800" b="1" dirty="0"/>
              <a:t>  "</a:t>
            </a:r>
            <a:r>
              <a:rPr lang="es-CO" sz="2800" b="1" dirty="0" err="1"/>
              <a:t>Version</a:t>
            </a:r>
            <a:r>
              <a:rPr lang="es-CO" sz="2800" b="1" dirty="0"/>
              <a:t>": "2012-10-17",</a:t>
            </a:r>
          </a:p>
          <a:p>
            <a:r>
              <a:rPr lang="es-CO" sz="2800" b="1" dirty="0"/>
              <a:t>  "</a:t>
            </a:r>
            <a:r>
              <a:rPr lang="es-CO" sz="2800" b="1" dirty="0" err="1"/>
              <a:t>Statement</a:t>
            </a:r>
            <a:r>
              <a:rPr lang="es-CO" sz="2800" b="1" dirty="0"/>
              <a:t>": [</a:t>
            </a:r>
          </a:p>
          <a:p>
            <a:r>
              <a:rPr lang="es-CO" sz="2800" b="1" dirty="0"/>
              <a:t>    {</a:t>
            </a:r>
          </a:p>
          <a:p>
            <a:r>
              <a:rPr lang="es-CO" sz="2800" b="1" dirty="0"/>
              <a:t>      "Sid": "Stmt1696963492350",</a:t>
            </a:r>
          </a:p>
          <a:p>
            <a:r>
              <a:rPr lang="es-CO" sz="2800" b="1" dirty="0"/>
              <a:t>      "</a:t>
            </a:r>
            <a:r>
              <a:rPr lang="es-CO" sz="2800" b="1" dirty="0" err="1"/>
              <a:t>Action</a:t>
            </a:r>
            <a:r>
              <a:rPr lang="es-CO" sz="2800" b="1" dirty="0"/>
              <a:t>": [</a:t>
            </a:r>
          </a:p>
          <a:p>
            <a:r>
              <a:rPr lang="es-CO" sz="2800" b="1" dirty="0"/>
              <a:t>        "s3:GetObject"</a:t>
            </a:r>
          </a:p>
          <a:p>
            <a:r>
              <a:rPr lang="es-CO" sz="2800" b="1" dirty="0"/>
              <a:t>      ],</a:t>
            </a:r>
          </a:p>
          <a:p>
            <a:r>
              <a:rPr lang="es-CO" sz="2800" b="1" dirty="0"/>
              <a:t>      "</a:t>
            </a:r>
            <a:r>
              <a:rPr lang="es-CO" sz="2800" b="1" dirty="0" err="1"/>
              <a:t>Effect</a:t>
            </a:r>
            <a:r>
              <a:rPr lang="es-CO" sz="2800" b="1" dirty="0"/>
              <a:t>": "</a:t>
            </a:r>
            <a:r>
              <a:rPr lang="es-CO" sz="2800" b="1" dirty="0" err="1"/>
              <a:t>Allow</a:t>
            </a:r>
            <a:r>
              <a:rPr lang="es-CO" sz="2800" b="1" dirty="0"/>
              <a:t>",</a:t>
            </a:r>
          </a:p>
          <a:p>
            <a:r>
              <a:rPr lang="es-CO" sz="2800" b="1" dirty="0"/>
              <a:t>      "</a:t>
            </a:r>
            <a:r>
              <a:rPr lang="es-CO" sz="2800" b="1" dirty="0" err="1"/>
              <a:t>Resource</a:t>
            </a:r>
            <a:r>
              <a:rPr lang="es-CO" sz="2800" b="1" dirty="0"/>
              <a:t>": "arn:aws:s3:::electiva-practica-</a:t>
            </a:r>
            <a:r>
              <a:rPr lang="es-CO" sz="2800" b="1" dirty="0" err="1"/>
              <a:t>corhuila</a:t>
            </a:r>
            <a:r>
              <a:rPr lang="es-CO" sz="2800" b="1" dirty="0"/>
              <a:t>/*",</a:t>
            </a:r>
          </a:p>
          <a:p>
            <a:r>
              <a:rPr lang="es-CO" sz="2800" b="1" dirty="0"/>
              <a:t>      "Principal": "*"</a:t>
            </a:r>
          </a:p>
          <a:p>
            <a:r>
              <a:rPr lang="es-CO" sz="2800" b="1" dirty="0"/>
              <a:t>    }</a:t>
            </a:r>
          </a:p>
          <a:p>
            <a:r>
              <a:rPr lang="es-CO" sz="2800" b="1" dirty="0"/>
              <a:t>  ]</a:t>
            </a:r>
          </a:p>
          <a:p>
            <a:r>
              <a:rPr lang="es-CO" sz="28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52798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070507B-4A3E-435F-93B4-A7D4B317A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95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B0A0617-AA15-40E7-B083-27C3546D2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34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F4A693F-7D46-41E2-927A-4FF6983D9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083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26C5A7-E4CF-449D-993E-3F3CBD4D5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690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7623301-9D72-4FF9-8684-C6DE6AD76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7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9435CE7-D4E9-4650-A64E-3FEDB0D24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1060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2616D3-662C-43CD-96A2-03279E324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651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98C7E9-BBDB-4DB7-B48C-8452D91F4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817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051DE6F-9281-4AE5-AE93-B7B655F78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685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71CB156-AC5E-42BC-B996-EAA4D4B19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2242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8649999-A6BA-4ADA-A312-994F3ABA7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864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D727E43-E7E3-4A65-BC1F-69F8FAEFD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6960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1CB86FB-E542-458B-AE18-87FBD7E01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A2DA3BC-1CE1-479D-B33A-267AEDC1AEDF}"/>
              </a:ext>
            </a:extLst>
          </p:cNvPr>
          <p:cNvSpPr/>
          <p:nvPr/>
        </p:nvSpPr>
        <p:spPr>
          <a:xfrm>
            <a:off x="3684104" y="2796209"/>
            <a:ext cx="1258957" cy="742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37428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CE2398B-C990-42F8-BCEF-A273704E0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FA47780C-C33B-4F99-B969-2CA6BB962E6B}"/>
              </a:ext>
            </a:extLst>
          </p:cNvPr>
          <p:cNvSpPr/>
          <p:nvPr/>
        </p:nvSpPr>
        <p:spPr>
          <a:xfrm rot="5400000">
            <a:off x="4147932" y="4839718"/>
            <a:ext cx="768626" cy="1126435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08291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1FC0D0-40F7-46E1-BD14-DF7763A6F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Flecha: hacia abajo 3">
            <a:extLst>
              <a:ext uri="{FF2B5EF4-FFF2-40B4-BE49-F238E27FC236}">
                <a16:creationId xmlns:a16="http://schemas.microsoft.com/office/drawing/2014/main" id="{2972D7B4-5E59-4527-8139-8085AB717EFB}"/>
              </a:ext>
            </a:extLst>
          </p:cNvPr>
          <p:cNvSpPr/>
          <p:nvPr/>
        </p:nvSpPr>
        <p:spPr>
          <a:xfrm rot="5400000">
            <a:off x="4306958" y="4283128"/>
            <a:ext cx="768626" cy="1126435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97053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AD4A7E0-96FD-40E9-B41B-D1A8FFCCE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C1C207D4-8BAF-415F-8158-19CAE1421BD0}"/>
              </a:ext>
            </a:extLst>
          </p:cNvPr>
          <p:cNvSpPr/>
          <p:nvPr/>
        </p:nvSpPr>
        <p:spPr>
          <a:xfrm rot="5400000">
            <a:off x="7553740" y="5263789"/>
            <a:ext cx="768626" cy="1126435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99755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0F33824-4955-4C2B-90DB-F89E7BF85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4" name="Flecha: hacia abajo 3">
            <a:extLst>
              <a:ext uri="{FF2B5EF4-FFF2-40B4-BE49-F238E27FC236}">
                <a16:creationId xmlns:a16="http://schemas.microsoft.com/office/drawing/2014/main" id="{4C7379E1-E5FF-46D5-A5C4-79F0DA7BF9EF}"/>
              </a:ext>
            </a:extLst>
          </p:cNvPr>
          <p:cNvSpPr/>
          <p:nvPr/>
        </p:nvSpPr>
        <p:spPr>
          <a:xfrm rot="5400000">
            <a:off x="6900033" y="3819105"/>
            <a:ext cx="768626" cy="1126435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57775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109</Words>
  <Application>Microsoft Office PowerPoint</Application>
  <PresentationFormat>Panorámica</PresentationFormat>
  <Paragraphs>26</Paragraphs>
  <Slides>49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</dc:creator>
  <cp:lastModifiedBy>HP</cp:lastModifiedBy>
  <cp:revision>17</cp:revision>
  <dcterms:created xsi:type="dcterms:W3CDTF">2023-10-10T15:00:26Z</dcterms:created>
  <dcterms:modified xsi:type="dcterms:W3CDTF">2023-10-10T23:21:00Z</dcterms:modified>
</cp:coreProperties>
</file>