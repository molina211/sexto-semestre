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90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45971-4AFF-47A4-AD91-B7C04FD98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184739-01AA-4BD3-824E-3287B0613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634AF-DB95-43A9-8475-CD9BD6658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F84B73-05AB-4233-93E8-9229DBE68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6FA8E4-FC43-46FB-9DF3-351B786D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819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A5816-3634-41AA-9821-9FE80955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EF08C5-33B9-4B20-81A9-4B7519D7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0F2E76-FA6F-4CB0-AA4F-0862C4B5E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4D4536-E45F-4E22-B2F1-1A63856FE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F55E1B-5AEA-4AF2-8BF8-5B9537C5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0351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503C2-B417-45A2-98D6-79445F596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8AFFBD-6894-4312-B9B2-5C0BC46C5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94E8CA-AE02-4B28-AB15-BE16C7F1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368D8E-E519-4D0A-BA62-88173D266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CC34EA-422A-462C-9AD7-6CABB1C0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1552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1B157-A203-4B7F-AF9B-14A1416A0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CE6C29-772F-4816-AB93-158B876E2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D9A812-B131-45EA-A4AE-BA66F2E6E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1CD632-4CE1-43B5-A208-3B740A386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E8326C-4ADD-44D0-BFF1-53FDC61E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FAF820-6517-4D1D-A50D-3FA70F95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32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F51F9-7B3D-4BA5-A94C-C206ABC3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812399-0372-4601-A062-60B763B1B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CCB93A-466D-446A-9ABF-83F585A78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EA18BF0-750D-4E4A-8C74-074CD77E6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062DD76-7AC7-4AA9-B58A-A9EF78D9F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D8EABF4-02DC-47BE-999B-B1D44926A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A071FFA-CEA5-4361-A00C-8883CC25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49169FA-51B3-4F49-AF3D-182DBD91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3505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11CCE-270D-403C-BE9C-B39E60714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3BC755D-01F2-418B-95A0-7D4A642A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0102500-7A5F-4418-B6AD-A26DA7C46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2D4EFEA-4072-4D47-83C6-9C59F488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9652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182ED35-48CB-4E3E-BA5F-D7433654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D1A1B8-6F05-45AF-88AB-5386A6FE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A6B7A3-9266-4254-BEAC-1562B994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341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95168-2271-47B9-8A62-A97643D4E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AD30E-EAE7-45C8-977B-11C7E4A8A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42DD36-B2F2-4C9B-8351-3C211A659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B270C9-9D11-4CF2-8244-A47B59C4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CE3A1-6447-4CAE-AF5C-75518941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3D372E-08ED-4E92-9019-8FB4DA73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5214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1CEA4-4612-4C6F-940C-4ABBC276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E140AC-B4EE-49D8-87CF-EDF40D561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7919E6-6035-4D7F-8C3C-153E48901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8A7F8C-576E-4853-A5A1-2F4EECCD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98DBA0-1BFC-47A6-B120-74AB10A6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6F53AE-B7BD-49D5-8C6E-F26AB3FA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089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07D6B-5863-4C8B-8192-C4FAF9FC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E452B0-B95B-4DD4-891B-FE0D4EC93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3FDA6A-6B7F-422F-A172-51167C8C8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6A3C79-3F1D-4CE8-89C4-C92E6C74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57A0A2-1C44-4CD2-A541-469AD80F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396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CB59B8-ABC2-4626-A1F9-FC536FD63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96A22A-D96B-43E0-AD82-DCE41F14C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296E9D-AFFF-44CE-8B6F-901F44FB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253033-7D17-47E6-A632-831EEA90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E76AD6-BBD0-4D13-A96E-0EF251D0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0446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8A8736-3062-4B18-ABC8-4E1F43D6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6C21A-E943-48E6-83DE-50B227CF0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A0241D-A916-4514-8EE7-F9757DB1A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D6155-A4B1-4D32-A789-E0029DD6A9C0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B49881-BD5D-47BB-BC59-FB7EADB07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69C774-0136-457A-9080-5D1AF9754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76473-458C-46CA-A0CB-9DDD5EA56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315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5E8761F-64B1-41E3-8DEA-A16D1D70E8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724"/>
          <a:stretch/>
        </p:blipFill>
        <p:spPr>
          <a:xfrm>
            <a:off x="0" y="756011"/>
            <a:ext cx="12192000" cy="534597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0D1451F-D853-48EC-8D3E-61B6E2069E9A}"/>
              </a:ext>
            </a:extLst>
          </p:cNvPr>
          <p:cNvSpPr txBox="1"/>
          <p:nvPr/>
        </p:nvSpPr>
        <p:spPr>
          <a:xfrm>
            <a:off x="1042737" y="112295"/>
            <a:ext cx="7892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Descargar CLI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992598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6EC3885-EF0B-47AF-9B02-3662ADC0CA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359"/>
          <a:stretch/>
        </p:blipFill>
        <p:spPr>
          <a:xfrm>
            <a:off x="0" y="1113182"/>
            <a:ext cx="12192000" cy="556463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0FAB651-2B85-448D-90E2-8034F3EB3764}"/>
              </a:ext>
            </a:extLst>
          </p:cNvPr>
          <p:cNvSpPr txBox="1"/>
          <p:nvPr/>
        </p:nvSpPr>
        <p:spPr>
          <a:xfrm>
            <a:off x="1042737" y="112295"/>
            <a:ext cx="7892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Elija su Sistema Operativo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669323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FFCC6C5-A5B7-44BB-8E2F-758D7A895E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583"/>
          <a:stretch/>
        </p:blipFill>
        <p:spPr>
          <a:xfrm>
            <a:off x="0" y="1192696"/>
            <a:ext cx="12192000" cy="548512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3B859F2-FADC-46FF-BD3C-61C3DD0A6DA9}"/>
              </a:ext>
            </a:extLst>
          </p:cNvPr>
          <p:cNvSpPr/>
          <p:nvPr/>
        </p:nvSpPr>
        <p:spPr>
          <a:xfrm>
            <a:off x="3326296" y="3429000"/>
            <a:ext cx="5340626" cy="213691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EB282CC-BD21-4E9E-BDAB-A6089DCBE6C0}"/>
              </a:ext>
            </a:extLst>
          </p:cNvPr>
          <p:cNvSpPr txBox="1"/>
          <p:nvPr/>
        </p:nvSpPr>
        <p:spPr>
          <a:xfrm>
            <a:off x="1042737" y="112295"/>
            <a:ext cx="7892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Descargue la aplicación o descárguelo mediante consola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3766207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3859CC-AD29-4B66-8855-4A21A084BB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297"/>
          <a:stretch/>
        </p:blipFill>
        <p:spPr>
          <a:xfrm>
            <a:off x="0" y="2433049"/>
            <a:ext cx="12192000" cy="342441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F90A2AF-037B-4A0B-B2C8-C57BDE6C9958}"/>
              </a:ext>
            </a:extLst>
          </p:cNvPr>
          <p:cNvSpPr txBox="1"/>
          <p:nvPr/>
        </p:nvSpPr>
        <p:spPr>
          <a:xfrm>
            <a:off x="1042737" y="112295"/>
            <a:ext cx="78927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Descargado el aplicativo, por favor dar clic derecho y dar clic en la opción de Instalar o Instalar como administrador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27651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DD77D76-7EF1-4BDC-8C11-439CF80F7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80" y="1122085"/>
            <a:ext cx="4714875" cy="36861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F149415-CA0B-4D62-9E5F-8B3C5DE69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824" y="1122084"/>
            <a:ext cx="4714875" cy="368617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D5A5665-0070-484B-AD4D-9910694A0054}"/>
              </a:ext>
            </a:extLst>
          </p:cNvPr>
          <p:cNvSpPr txBox="1"/>
          <p:nvPr/>
        </p:nvSpPr>
        <p:spPr>
          <a:xfrm>
            <a:off x="1042737" y="112295"/>
            <a:ext cx="3577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Paso 1</a:t>
            </a:r>
            <a:endParaRPr lang="es-CO" sz="28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A2B329-9E3F-4796-8D85-4113904F771B}"/>
              </a:ext>
            </a:extLst>
          </p:cNvPr>
          <p:cNvSpPr txBox="1"/>
          <p:nvPr/>
        </p:nvSpPr>
        <p:spPr>
          <a:xfrm>
            <a:off x="7255566" y="114147"/>
            <a:ext cx="3577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Paso 2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2893026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0EA9D70-06F9-488A-8E80-630EDCBBC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36" y="1329238"/>
            <a:ext cx="4714875" cy="36861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7A4AF1D-A070-478C-A06E-D75039541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256" y="1329237"/>
            <a:ext cx="4714875" cy="368617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582A2F7-BD3F-42B7-8B37-6D07A6D44B9F}"/>
              </a:ext>
            </a:extLst>
          </p:cNvPr>
          <p:cNvSpPr txBox="1"/>
          <p:nvPr/>
        </p:nvSpPr>
        <p:spPr>
          <a:xfrm>
            <a:off x="1042737" y="112295"/>
            <a:ext cx="3577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Paso 3</a:t>
            </a:r>
            <a:endParaRPr lang="es-CO" sz="28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916DAF4-C684-48F1-88C5-9E2264A72B72}"/>
              </a:ext>
            </a:extLst>
          </p:cNvPr>
          <p:cNvSpPr txBox="1"/>
          <p:nvPr/>
        </p:nvSpPr>
        <p:spPr>
          <a:xfrm>
            <a:off x="6857998" y="112295"/>
            <a:ext cx="3577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Paso 4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331598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F70752-398C-482B-9A82-32A2A2F37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19" y="1118936"/>
            <a:ext cx="8271962" cy="432609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AEA6B72-34B4-44B2-9D12-77AED4A9ED3C}"/>
              </a:ext>
            </a:extLst>
          </p:cNvPr>
          <p:cNvSpPr txBox="1"/>
          <p:nvPr/>
        </p:nvSpPr>
        <p:spPr>
          <a:xfrm>
            <a:off x="1042737" y="112295"/>
            <a:ext cx="3577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Paso 5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714647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E27A26-F739-4F20-B081-BC855A48A6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484"/>
          <a:stretch/>
        </p:blipFill>
        <p:spPr>
          <a:xfrm>
            <a:off x="48126" y="1786048"/>
            <a:ext cx="12192000" cy="477683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FE06B7C-8061-41E9-9DF7-6173700E6A80}"/>
              </a:ext>
            </a:extLst>
          </p:cNvPr>
          <p:cNvSpPr txBox="1"/>
          <p:nvPr/>
        </p:nvSpPr>
        <p:spPr>
          <a:xfrm>
            <a:off x="2791326" y="401053"/>
            <a:ext cx="74756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Se accede al usuario Raíz de AWS, y allí se buscan los usuario que van a habilitar acceso a la consola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982122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7A9E16-FA4A-43F1-88B5-DE939C9BA6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447"/>
          <a:stretch/>
        </p:blipFill>
        <p:spPr>
          <a:xfrm>
            <a:off x="0" y="1623969"/>
            <a:ext cx="12192000" cy="523403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3FF54A6-79A2-4BCF-9AEC-075F38743E79}"/>
              </a:ext>
            </a:extLst>
          </p:cNvPr>
          <p:cNvSpPr txBox="1"/>
          <p:nvPr/>
        </p:nvSpPr>
        <p:spPr>
          <a:xfrm>
            <a:off x="2358189" y="238974"/>
            <a:ext cx="7475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Dentro del usuario, se busca la opción de “Credenciales de seguridad”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404326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94FEF2E-8588-4000-BACF-6E611391D2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95" t="18707" r="14342" b="4757"/>
          <a:stretch/>
        </p:blipFill>
        <p:spPr>
          <a:xfrm>
            <a:off x="1748589" y="711868"/>
            <a:ext cx="8694821" cy="543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71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177D71-B4B8-4BE4-B2CC-5BE21EC3E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004" b="15374"/>
          <a:stretch/>
        </p:blipFill>
        <p:spPr>
          <a:xfrm>
            <a:off x="0" y="2149643"/>
            <a:ext cx="12192000" cy="452387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6A8EC7B-4CDB-412C-9A00-6E147A82E73B}"/>
              </a:ext>
            </a:extLst>
          </p:cNvPr>
          <p:cNvSpPr txBox="1"/>
          <p:nvPr/>
        </p:nvSpPr>
        <p:spPr>
          <a:xfrm>
            <a:off x="2791326" y="401053"/>
            <a:ext cx="7475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En el apartado de Claves de acceso, se va a dar clic en la opción de Crear clave de acceso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2261058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153D39-452F-456D-911D-E5D3E51C6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47" t="26607" r="19343" b="15291"/>
          <a:stretch/>
        </p:blipFill>
        <p:spPr>
          <a:xfrm>
            <a:off x="144378" y="240631"/>
            <a:ext cx="6096001" cy="3429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7D94DDB-5B1C-4FE4-B773-44E6B47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658" t="58209" r="15395"/>
          <a:stretch/>
        </p:blipFill>
        <p:spPr>
          <a:xfrm>
            <a:off x="4395536" y="4142580"/>
            <a:ext cx="7796464" cy="271542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2905BE2-726B-4201-915C-4672F0CAD027}"/>
              </a:ext>
            </a:extLst>
          </p:cNvPr>
          <p:cNvSpPr txBox="1"/>
          <p:nvPr/>
        </p:nvSpPr>
        <p:spPr>
          <a:xfrm>
            <a:off x="5101390" y="1042737"/>
            <a:ext cx="7475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Se elige la opción de CLI</a:t>
            </a:r>
            <a:endParaRPr lang="es-CO" sz="28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BB46F0-9AC1-48BB-A82C-008ADBBB1EDD}"/>
              </a:ext>
            </a:extLst>
          </p:cNvPr>
          <p:cNvSpPr txBox="1"/>
          <p:nvPr/>
        </p:nvSpPr>
        <p:spPr>
          <a:xfrm>
            <a:off x="-1379621" y="4696332"/>
            <a:ext cx="7475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Se confirma al final con las</a:t>
            </a:r>
          </a:p>
          <a:p>
            <a:pPr algn="ctr"/>
            <a:r>
              <a:rPr lang="es-MX" sz="2800" b="1" dirty="0"/>
              <a:t>recomendaciones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3985153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BF6EC06-AF43-477D-B6C2-0720411CE9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509" b="7226"/>
          <a:stretch/>
        </p:blipFill>
        <p:spPr>
          <a:xfrm>
            <a:off x="0" y="1772651"/>
            <a:ext cx="12192000" cy="508534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65BE8EF-1196-4E6E-A826-AA2D96924FDB}"/>
              </a:ext>
            </a:extLst>
          </p:cNvPr>
          <p:cNvSpPr txBox="1"/>
          <p:nvPr/>
        </p:nvSpPr>
        <p:spPr>
          <a:xfrm>
            <a:off x="2005264" y="529390"/>
            <a:ext cx="7475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Se descarga el archivo </a:t>
            </a:r>
            <a:r>
              <a:rPr lang="es-MX" sz="2800" b="1" dirty="0" err="1"/>
              <a:t>csv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2813517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7F914E-A036-4F75-BC4E-94614615A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2" y="1664368"/>
            <a:ext cx="9324975" cy="48768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8A9B633-9B91-42D6-9271-AAC0E72867EA}"/>
              </a:ext>
            </a:extLst>
          </p:cNvPr>
          <p:cNvSpPr txBox="1"/>
          <p:nvPr/>
        </p:nvSpPr>
        <p:spPr>
          <a:xfrm>
            <a:off x="1668380" y="316832"/>
            <a:ext cx="880711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En la consola de comando se digita el comando:</a:t>
            </a:r>
          </a:p>
          <a:p>
            <a:pPr algn="ctr"/>
            <a:r>
              <a:rPr lang="es-MX" sz="4000" b="1" dirty="0" err="1">
                <a:highlight>
                  <a:srgbClr val="FFFF00"/>
                </a:highlight>
              </a:rPr>
              <a:t>aws</a:t>
            </a:r>
            <a:r>
              <a:rPr lang="es-MX" sz="4000" b="1" dirty="0">
                <a:highlight>
                  <a:srgbClr val="FFFF00"/>
                </a:highlight>
              </a:rPr>
              <a:t> configure</a:t>
            </a:r>
            <a:endParaRPr lang="es-CO" sz="4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43704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732796-7AAF-4FA1-A641-A0B43031D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2" y="3429000"/>
            <a:ext cx="9324975" cy="31242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387394-95A1-4B8D-BCE5-9973A6AB55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509" b="41297"/>
          <a:stretch/>
        </p:blipFill>
        <p:spPr>
          <a:xfrm>
            <a:off x="128337" y="304800"/>
            <a:ext cx="12192000" cy="2871537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EFF0803-4C92-430A-B6F7-C24814DC191F}"/>
              </a:ext>
            </a:extLst>
          </p:cNvPr>
          <p:cNvCxnSpPr/>
          <p:nvPr/>
        </p:nvCxnSpPr>
        <p:spPr>
          <a:xfrm>
            <a:off x="4844716" y="2983832"/>
            <a:ext cx="0" cy="1732547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038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B749A7A-832A-497B-AE10-50E1B3464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1" y="3733800"/>
            <a:ext cx="9324975" cy="31242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4D818C3-3B54-44B8-9817-1A5335F00F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015" b="37902"/>
          <a:stretch/>
        </p:blipFill>
        <p:spPr>
          <a:xfrm>
            <a:off x="-1" y="304800"/>
            <a:ext cx="12192000" cy="3124200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AA639DE-36E9-493A-8453-B9E2BFE5CC35}"/>
              </a:ext>
            </a:extLst>
          </p:cNvPr>
          <p:cNvCxnSpPr/>
          <p:nvPr/>
        </p:nvCxnSpPr>
        <p:spPr>
          <a:xfrm>
            <a:off x="7202905" y="3272590"/>
            <a:ext cx="0" cy="1732547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376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2A6326-7F1D-4C2D-B2DD-AFB8F02F1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743"/>
          <a:stretch/>
        </p:blipFill>
        <p:spPr>
          <a:xfrm>
            <a:off x="1786438" y="4227094"/>
            <a:ext cx="9324975" cy="21095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14C26A3-1572-4564-85AC-DD6EE18C09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003" b="32162"/>
          <a:stretch/>
        </p:blipFill>
        <p:spPr>
          <a:xfrm>
            <a:off x="0" y="176463"/>
            <a:ext cx="12192000" cy="3433010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8E464D6-8478-4B0F-8B0C-1C5B27B43FC4}"/>
              </a:ext>
            </a:extLst>
          </p:cNvPr>
          <p:cNvCxnSpPr>
            <a:cxnSpLocks/>
          </p:cNvCxnSpPr>
          <p:nvPr/>
        </p:nvCxnSpPr>
        <p:spPr>
          <a:xfrm flipH="1">
            <a:off x="5197642" y="834190"/>
            <a:ext cx="5277853" cy="5101389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558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55064E-BDFD-48AF-8BA9-36AA151D2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21" y="397041"/>
            <a:ext cx="10620963" cy="555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0438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131</Words>
  <Application>Microsoft Office PowerPoint</Application>
  <PresentationFormat>Panorámica</PresentationFormat>
  <Paragraphs>18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Angel Vargas Narvaez</dc:creator>
  <cp:lastModifiedBy>Luis Angel Vargas Narvaez</cp:lastModifiedBy>
  <cp:revision>6</cp:revision>
  <dcterms:created xsi:type="dcterms:W3CDTF">2023-08-28T22:12:58Z</dcterms:created>
  <dcterms:modified xsi:type="dcterms:W3CDTF">2023-08-29T02:56:53Z</dcterms:modified>
</cp:coreProperties>
</file>