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F08F89-F52E-45F9-8997-C9549DF30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1873D15-DE84-4F52-AAE5-C8191644C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3A1350-7C9E-448A-8403-49B8537DF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4B92-8F23-4E39-BA66-5D43AFE957BC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62D5B3-6C06-4965-BD6C-460A864FF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76E65B-6927-488E-AD44-5593F3DCF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8E237-F434-4B1E-8764-CA1FD83E63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66634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D4E4F-0D65-4E5B-B87B-F5F412341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20F55E-18AA-4170-A654-20A0B8CED1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633A4E-0B04-4362-B47B-F3873F541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4B92-8F23-4E39-BA66-5D43AFE957BC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02A5F2-C882-4FB8-B806-4ABEFE5E1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DC42AB-C96B-481C-9887-7B63248FF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8E237-F434-4B1E-8764-CA1FD83E63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70629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461E6-D1A4-42A4-A9B5-4A479EA2D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32E852-83A7-48C9-98D0-182ABB99B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F25C4A-AA63-4E4F-B589-60005F354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4B92-8F23-4E39-BA66-5D43AFE957BC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2D4DD91-8A72-44BE-BFE3-8F6EB3994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E6CA5B-4ED2-440C-BD81-BBF2588C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8E237-F434-4B1E-8764-CA1FD83E63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09906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01949-0173-4CF9-9B30-32DE99026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19BA8C-FDD2-463C-BAC4-8E72D75E0B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D76C42-6EBF-47D1-9650-90CE1A4B8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9E88477-7FA9-4F62-83E3-6610EB3E2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4B92-8F23-4E39-BA66-5D43AFE957BC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B7F4CAA-10B9-4BB0-9EB6-830C99C89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C60FC14-A3F6-4F48-BC64-7BBE7A5A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8E237-F434-4B1E-8764-CA1FD83E63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5801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83A1EB-2ED9-4B12-BCC3-560252615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E65288-4D15-468C-A077-901620AC0A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3D3B8-C1DD-4486-BB62-1E0BD190B3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103498F-703B-4A69-B492-F3B1A250F7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D328F3B-C398-410F-B1D6-5E5F040FFB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96CFF76-3D8E-4FFE-A6BD-7409807B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4B92-8F23-4E39-BA66-5D43AFE957BC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7E282FF-4860-4EF3-BED0-882DEB54B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B2B2BF90-0BE9-4507-B1C6-EFB621F6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8E237-F434-4B1E-8764-CA1FD83E63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81345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33C2D1-962A-4D00-96DF-CA18F487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00B0149-E7FE-4AFB-8BD8-1438A1B80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4B92-8F23-4E39-BA66-5D43AFE957BC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8185039-F159-418B-B2C9-5D56EF860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EFDFA7A-55B9-4099-B99B-42E34E4A6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8E237-F434-4B1E-8764-CA1FD83E63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81198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68F242A-4AC6-4E0F-ADE8-1F53D693A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4B92-8F23-4E39-BA66-5D43AFE957BC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174C45B-0370-49A3-A6C5-C428842A3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A5BA4A4-13F4-4D32-A654-4A3CE991B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8E237-F434-4B1E-8764-CA1FD83E63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48609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3C29F-C305-4AA1-ACB5-1625883CC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389B49-D907-40DF-9DE1-D9986966E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A0278B4-A472-4420-97AE-20FB05D1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16FE45D-3C64-4F48-8F4B-BF2CC7F5D1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4B92-8F23-4E39-BA66-5D43AFE957BC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676FF49-883D-4CC1-B2F1-EE96F4B4C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4672E58-4CA2-455C-BC10-1BBE688CB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8E237-F434-4B1E-8764-CA1FD83E63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6681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7AEC5-8B06-4FEA-A526-7A876D6D9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B1F223-6D8E-450D-B153-B0E480B84F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B5F17CA-D1A8-4D77-A0E1-D0F2AEF24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91B32F-7D9F-4A6E-B940-00C28EBFE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4B92-8F23-4E39-BA66-5D43AFE957BC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1D7B57-3B9D-4F9D-835C-D2CEBCD8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E6798D-F728-40A8-B2C1-54FAAF694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8E237-F434-4B1E-8764-CA1FD83E63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2337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D046CF-ED42-4FAC-BF23-078EFE2A2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0B6C4D6-D0A0-4154-8069-2FDF2A4DD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F4206-F4C2-4DCF-8EB4-4D046856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4B92-8F23-4E39-BA66-5D43AFE957BC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2382F66-CE6C-4C8B-8781-BA9536777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883689-3ECA-45BA-8573-3B7B3ED4B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8E237-F434-4B1E-8764-CA1FD83E63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63485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2A9337-E2F3-4469-9ADF-B989A6CF88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B47444B-8259-41F4-AC74-CA5C769B41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4386D60-4664-4001-96F4-DF42331E1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84B92-8F23-4E39-BA66-5D43AFE957BC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1EBE8D-B189-48E1-BC67-307ECF2BD4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E1CDF9-C075-4275-9294-36D8BFC0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8E237-F434-4B1E-8764-CA1FD83E63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25097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EE3AAA6-6C5B-453C-90ED-7592EF0C1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9CA925-2A4A-42E1-B550-E65DDEB98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86774E-97C8-42C7-8E72-447E1EA64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584B92-8F23-4E39-BA66-5D43AFE957BC}" type="datetimeFigureOut">
              <a:rPr lang="es-CO" smtClean="0"/>
              <a:t>19/09/2023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CF6AC2-9B13-4012-8C81-840CEC9600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3129D5F-20BD-443E-A856-85930FEB51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98E237-F434-4B1E-8764-CA1FD83E631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62153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7F39955-9C27-4B8E-98DD-7F40E8F8D5D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8587" b="54844"/>
          <a:stretch/>
        </p:blipFill>
        <p:spPr>
          <a:xfrm>
            <a:off x="201487" y="458476"/>
            <a:ext cx="11789026" cy="5518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9721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F99A4DF-273D-4533-A6D5-2287AE8BBF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968" y="237934"/>
            <a:ext cx="4551501" cy="6382132"/>
          </a:xfrm>
          <a:prstGeom prst="rect">
            <a:avLst/>
          </a:prstGeom>
        </p:spPr>
      </p:pic>
      <p:sp>
        <p:nvSpPr>
          <p:cNvPr id="4" name="Flecha: a la derecha 3">
            <a:extLst>
              <a:ext uri="{FF2B5EF4-FFF2-40B4-BE49-F238E27FC236}">
                <a16:creationId xmlns:a16="http://schemas.microsoft.com/office/drawing/2014/main" id="{E2A0E829-E368-42DD-840E-4D5E461D2595}"/>
              </a:ext>
            </a:extLst>
          </p:cNvPr>
          <p:cNvSpPr/>
          <p:nvPr/>
        </p:nvSpPr>
        <p:spPr>
          <a:xfrm>
            <a:off x="4240695" y="1007165"/>
            <a:ext cx="3339548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09866CA-3C46-42AF-A9C8-ED5EB5558B81}"/>
              </a:ext>
            </a:extLst>
          </p:cNvPr>
          <p:cNvSpPr txBox="1"/>
          <p:nvPr/>
        </p:nvSpPr>
        <p:spPr>
          <a:xfrm>
            <a:off x="8070574" y="834886"/>
            <a:ext cx="35383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/>
              <a:t>CLAVE DE ACCESO</a:t>
            </a:r>
            <a:endParaRPr lang="es-CO" sz="3600" b="1" dirty="0"/>
          </a:p>
        </p:txBody>
      </p:sp>
      <p:sp>
        <p:nvSpPr>
          <p:cNvPr id="6" name="Flecha: a la derecha 5">
            <a:extLst>
              <a:ext uri="{FF2B5EF4-FFF2-40B4-BE49-F238E27FC236}">
                <a16:creationId xmlns:a16="http://schemas.microsoft.com/office/drawing/2014/main" id="{FEE966DA-7AA4-47CA-A8D6-0493D9CDC8A8}"/>
              </a:ext>
            </a:extLst>
          </p:cNvPr>
          <p:cNvSpPr/>
          <p:nvPr/>
        </p:nvSpPr>
        <p:spPr>
          <a:xfrm>
            <a:off x="4426226" y="2416316"/>
            <a:ext cx="3339548" cy="609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D05AA62-0465-4C65-A401-41627056D6D7}"/>
              </a:ext>
            </a:extLst>
          </p:cNvPr>
          <p:cNvSpPr txBox="1"/>
          <p:nvPr/>
        </p:nvSpPr>
        <p:spPr>
          <a:xfrm>
            <a:off x="8070574" y="2120951"/>
            <a:ext cx="3538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00" b="1" dirty="0"/>
              <a:t>RUTA</a:t>
            </a:r>
            <a:endParaRPr lang="es-CO" sz="3600" b="1" dirty="0"/>
          </a:p>
        </p:txBody>
      </p:sp>
    </p:spTree>
    <p:extLst>
      <p:ext uri="{BB962C8B-B14F-4D97-AF65-F5344CB8AC3E}">
        <p14:creationId xmlns:p14="http://schemas.microsoft.com/office/powerpoint/2010/main" val="33190089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620660E-178D-47AF-9736-E449968ECD7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456" b="59535"/>
          <a:stretch/>
        </p:blipFill>
        <p:spPr>
          <a:xfrm>
            <a:off x="287872" y="551242"/>
            <a:ext cx="11616255" cy="516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459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1408C5D-D3DE-4653-88F0-AF9A5C2630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 b="54436"/>
          <a:stretch/>
        </p:blipFill>
        <p:spPr>
          <a:xfrm>
            <a:off x="237447" y="246441"/>
            <a:ext cx="11717106" cy="5690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0208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CB18B07-3821-440D-BDD8-4CB164A7DE2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 b="42607"/>
          <a:stretch/>
        </p:blipFill>
        <p:spPr>
          <a:xfrm>
            <a:off x="503582" y="166927"/>
            <a:ext cx="11224591" cy="625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2440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</Words>
  <Application>Microsoft Office PowerPoint</Application>
  <PresentationFormat>Panorámica</PresentationFormat>
  <Paragraphs>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HP</dc:creator>
  <cp:lastModifiedBy>HP</cp:lastModifiedBy>
  <cp:revision>2</cp:revision>
  <dcterms:created xsi:type="dcterms:W3CDTF">2023-09-20T00:23:11Z</dcterms:created>
  <dcterms:modified xsi:type="dcterms:W3CDTF">2023-09-20T00:29:41Z</dcterms:modified>
</cp:coreProperties>
</file>