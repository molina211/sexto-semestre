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6" r:id="rId11"/>
    <p:sldId id="267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657C7-7603-4AD1-9845-1334E7994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6D0363-9412-44E7-9111-EACE1B2D3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E37947-FCA0-4603-BA67-FC8401F1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300366-861F-4A66-8680-65231E8B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E7848-4FC8-4375-AD23-BC96E686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7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37977-1E70-48BE-9470-3DB7075A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F893D7-10A4-439B-8D51-E3A38714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CCFA9A-A1DA-46A7-A318-20D00365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8592E-CF37-4F80-A5BF-12F25B6A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1632B2-EFC8-4AB8-BA57-C7A3FEAB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81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1BC72-A522-428B-B239-4F2D4166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5B86BA-407C-45C2-B5B9-BAF226588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A2886-1060-4E2C-B4F1-5D756573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180B1A-1CBF-47FF-A5F2-C9E2A6CE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CB5352-4176-4B84-B95E-9F366191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358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677C8-4F3E-4514-ADA3-61DF590E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2640F1-9392-4743-8191-B5CA72841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0836E3-6CD4-4252-94DA-0E6E0BF97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009BBC-6459-422E-A04F-FAF29D70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A5EE45-A75F-4E3E-BEB8-539B5B2EF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540B6-CFDE-41CF-880D-A963B61C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836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965A9-7A72-4F63-B6C2-398F5E17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514CFB-2744-406C-BF37-9F2A46872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01A174-2F2B-441A-BAF1-40E965CF3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CE6FD6-05F3-4520-BFF9-A21EC83C1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51AC31-021E-48A0-8874-F0FB13131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0600C2-2762-4CAD-A111-3F26D9A9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CBA176-2B1F-4B70-9F28-508A6F09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7C2496-A2F1-475A-BA45-EC7D7828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937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48A01-04F0-48A9-8CE2-E7F7792B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450D09-24CF-469F-BA52-9AEF878E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175F87-00B7-46B6-BED1-F0ACFC03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22F83C-0082-4D98-952C-22C6F2F9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227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6F2294-2AF3-4CA6-9250-753F7AE2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17D3D1-C6F8-4555-A5E6-15E7A47E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780C2D-CEF8-456E-A9AE-028B7BEE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384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5D64B-6608-48D5-8CF1-F7288C37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1A9496-7B80-4D4F-8078-F0F57284C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BA74BC-561F-4A8C-9A05-E60B286C9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391A65-F88D-434C-B654-02ED56C9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6AB65D-111C-4F09-BF0D-5CCD7FA8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F5B17F-381E-4B0E-AC8D-C9FAB795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04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2BE93-9F22-40D3-BBAC-47F2CE46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0129E3-A2E6-4254-9496-0BABD9135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58CF12-81F7-4C22-8EFD-6B899281C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E2232E-2A3A-4BC9-BCB1-26F22DCF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932B86-E764-4F40-9DCB-BB16266A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7334A0-081E-4428-8E40-20CE3F98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74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330BA-F1DB-407B-9539-03B0DBBE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623F71-4DAB-416B-9371-18C3349BF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51B07-F88A-4D24-8F11-7E51F3EB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00175-A361-4BFC-84A5-E160886D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1D97DE-9CF2-4DF7-BCCA-3DED17E0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51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2C0BD9-EEDA-4258-9DC2-390E94037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C3E686-3B54-4D6F-974E-6E8746C42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C1D25C-7EE5-4FAD-9130-B9D87430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E76288-9651-4566-B4CF-78B577A9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7B1002-74A2-4657-B3F6-3D41A6C5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9935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856A33-4BF9-4F25-8804-9C163429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DC50C9-AE1C-473E-A9C9-4B56F416A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4400C8-CB52-4134-B7DD-0A646E986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E30256-572D-42D3-B793-741256069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B28FF4-94BC-4940-AF13-30DA0E210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866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89F96C-D161-4987-9AC6-ADF5578AC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1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45640C-8F24-4A5D-AC78-CC8A46F3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9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7A206DB-0B92-4019-9C36-49B0CBDDF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50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DD947B8-AB6E-4B28-AF1C-BFC9EC4D7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8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F44DC5-45BD-4875-A77B-4DDA7535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5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9B10C4-6AF5-43BE-9892-92A7C3C09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3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41A9CE-6E5A-4EFC-8097-29107647E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7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C9455C-D6ED-40C6-B2B4-C029BDA56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4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117D94C-E75D-43DA-8C32-2C53C643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2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A2643A-B7E0-4697-95D6-8119FA68B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3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8BEFCAF-66EB-495C-9E2D-2E58C74AA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746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HP</cp:lastModifiedBy>
  <cp:revision>9</cp:revision>
  <dcterms:created xsi:type="dcterms:W3CDTF">2023-09-19T22:48:57Z</dcterms:created>
  <dcterms:modified xsi:type="dcterms:W3CDTF">2023-09-20T00:04:18Z</dcterms:modified>
</cp:coreProperties>
</file>